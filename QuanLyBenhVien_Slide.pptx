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32"/>
  </p:notesMasterIdLst>
  <p:sldIdLst>
    <p:sldId id="256" r:id="rId2"/>
    <p:sldId id="269" r:id="rId3"/>
    <p:sldId id="259" r:id="rId4"/>
    <p:sldId id="264" r:id="rId5"/>
    <p:sldId id="268" r:id="rId6"/>
    <p:sldId id="285" r:id="rId7"/>
    <p:sldId id="275" r:id="rId8"/>
    <p:sldId id="296" r:id="rId9"/>
    <p:sldId id="291" r:id="rId10"/>
    <p:sldId id="286" r:id="rId11"/>
    <p:sldId id="292" r:id="rId12"/>
    <p:sldId id="293" r:id="rId13"/>
    <p:sldId id="297" r:id="rId14"/>
    <p:sldId id="298" r:id="rId15"/>
    <p:sldId id="299" r:id="rId16"/>
    <p:sldId id="300" r:id="rId17"/>
    <p:sldId id="301" r:id="rId18"/>
    <p:sldId id="289" r:id="rId19"/>
    <p:sldId id="302" r:id="rId20"/>
    <p:sldId id="303" r:id="rId21"/>
    <p:sldId id="287" r:id="rId22"/>
    <p:sldId id="290" r:id="rId23"/>
    <p:sldId id="294" r:id="rId24"/>
    <p:sldId id="304" r:id="rId25"/>
    <p:sldId id="288" r:id="rId26"/>
    <p:sldId id="266" r:id="rId27"/>
    <p:sldId id="277" r:id="rId28"/>
    <p:sldId id="260" r:id="rId29"/>
    <p:sldId id="295" r:id="rId30"/>
    <p:sldId id="281" r:id="rId31"/>
  </p:sldIdLst>
  <p:sldSz cx="12192000" cy="6858000"/>
  <p:notesSz cx="6858000" cy="9144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Homemade Apple" panose="020B0604020202020204" charset="0"/>
      <p:regular r:id="rId37"/>
    </p:embeddedFont>
    <p:embeddedFont>
      <p:font typeface="Poppins" panose="00000500000000000000" pitchFamily="2" charset="0"/>
      <p:regular r:id="rId38"/>
      <p:bold r:id="rId39"/>
      <p:italic r:id="rId40"/>
      <p:boldItalic r:id="rId41"/>
    </p:embeddedFont>
    <p:embeddedFont>
      <p:font typeface="Poppins ExtraBold" panose="00000900000000000000" pitchFamily="2" charset="0"/>
      <p:bold r:id="rId42"/>
      <p:boldItalic r:id="rId43"/>
    </p:embeddedFont>
    <p:embeddedFont>
      <p:font typeface="Poppins Light" panose="00000400000000000000" pitchFamily="2" charset="0"/>
      <p:regular r:id="rId44"/>
      <p:bold r:id="rId45"/>
      <p:italic r:id="rId46"/>
      <p:boldItalic r:id="rId47"/>
    </p:embeddedFont>
    <p:embeddedFont>
      <p:font typeface="Poppins Medium" panose="000006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7D7D83-63CE-4999-9320-2506F30E283A}">
  <a:tblStyle styleId="{707D7D83-63CE-4999-9320-2506F30E28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780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1f7aa71982b_0_1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1f7aa71982b_0_1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eb2014fdb4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eb205fd2b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eb205fd2b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eb205fd2b6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eb205fd2b6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eb205fd2b6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eb205fd2b6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eb205fd2b6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eb205fd2b6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7802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eb205fd2b6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eb205fd2b6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eb205fd2b6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1eb205fd2b6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eb2014fdb4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eb2014fdb4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eb205fd2b6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1eb205fd2b6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facebook.com/SlidesManiaSM/" TargetMode="External"/><Relationship Id="rId7" Type="http://schemas.openxmlformats.org/officeDocument/2006/relationships/hyperlink" Target="https://www.pinterest.com/slidesmania/" TargetMode="External"/><Relationship Id="rId2" Type="http://schemas.openxmlformats.org/officeDocument/2006/relationships/hyperlink" Target="https://slidesmania.com/questions-powerpoint-google-slides/can-i-use-these-templates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5" Type="http://schemas.openxmlformats.org/officeDocument/2006/relationships/hyperlink" Target="https://twitter.com/SlidesManiaSM/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hyperlink" Target="https://www.instagram.com/slidesmania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9385913" y="516570"/>
            <a:ext cx="1752680" cy="175268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185118" y="1780818"/>
            <a:ext cx="2597891" cy="2597879"/>
            <a:chOff x="4616075" y="1332525"/>
            <a:chExt cx="1915566" cy="1881022"/>
          </a:xfrm>
        </p:grpSpPr>
        <p:sp>
          <p:nvSpPr>
            <p:cNvPr id="13" name="Google Shape;13;p2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8" name="Google Shape;28;p2"/>
          <p:cNvGrpSpPr/>
          <p:nvPr/>
        </p:nvGrpSpPr>
        <p:grpSpPr>
          <a:xfrm>
            <a:off x="7971533" y="1305991"/>
            <a:ext cx="891613" cy="650098"/>
            <a:chOff x="4468725" y="937901"/>
            <a:chExt cx="656322" cy="478541"/>
          </a:xfrm>
        </p:grpSpPr>
        <p:sp>
          <p:nvSpPr>
            <p:cNvPr id="29" name="Google Shape;29;p2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32;p2"/>
          <p:cNvGrpSpPr/>
          <p:nvPr/>
        </p:nvGrpSpPr>
        <p:grpSpPr>
          <a:xfrm>
            <a:off x="10945151" y="3433043"/>
            <a:ext cx="712775" cy="873752"/>
            <a:chOff x="6197557" y="3002680"/>
            <a:chExt cx="524678" cy="643174"/>
          </a:xfrm>
        </p:grpSpPr>
        <p:sp>
          <p:nvSpPr>
            <p:cNvPr id="33" name="Google Shape;33;p2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"/>
          <p:cNvSpPr/>
          <p:nvPr/>
        </p:nvSpPr>
        <p:spPr>
          <a:xfrm>
            <a:off x="7221549" y="4687209"/>
            <a:ext cx="1991617" cy="1991628"/>
          </a:xfrm>
          <a:custGeom>
            <a:avLst/>
            <a:gdLst/>
            <a:ahLst/>
            <a:cxnLst/>
            <a:rect l="l" t="t" r="r" b="b"/>
            <a:pathLst>
              <a:path w="1467121" h="1467129" extrusionOk="0">
                <a:moveTo>
                  <a:pt x="0" y="733569"/>
                </a:moveTo>
                <a:cubicBezTo>
                  <a:pt x="0" y="328433"/>
                  <a:pt x="328432" y="0"/>
                  <a:pt x="733569" y="0"/>
                </a:cubicBezTo>
                <a:cubicBezTo>
                  <a:pt x="1138697" y="0"/>
                  <a:pt x="1467121" y="328433"/>
                  <a:pt x="1467121" y="733569"/>
                </a:cubicBezTo>
                <a:cubicBezTo>
                  <a:pt x="1467121" y="1138709"/>
                  <a:pt x="1138697" y="1467129"/>
                  <a:pt x="733569" y="1467129"/>
                </a:cubicBezTo>
                <a:cubicBezTo>
                  <a:pt x="328432" y="1467129"/>
                  <a:pt x="0" y="1138709"/>
                  <a:pt x="0" y="73356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697526" y="66025"/>
            <a:ext cx="1425230" cy="1425228"/>
          </a:xfrm>
          <a:custGeom>
            <a:avLst/>
            <a:gdLst/>
            <a:ahLst/>
            <a:cxnLst/>
            <a:rect l="l" t="t" r="r" b="b"/>
            <a:pathLst>
              <a:path w="1049893" h="1049892" extrusionOk="0">
                <a:moveTo>
                  <a:pt x="0" y="524944"/>
                </a:moveTo>
                <a:cubicBezTo>
                  <a:pt x="0" y="235026"/>
                  <a:pt x="235026" y="0"/>
                  <a:pt x="524945" y="0"/>
                </a:cubicBezTo>
                <a:cubicBezTo>
                  <a:pt x="814863" y="0"/>
                  <a:pt x="1049894" y="235026"/>
                  <a:pt x="1049894" y="524944"/>
                </a:cubicBezTo>
                <a:cubicBezTo>
                  <a:pt x="1049894" y="814867"/>
                  <a:pt x="814863" y="1049893"/>
                  <a:pt x="524945" y="1049893"/>
                </a:cubicBezTo>
                <a:cubicBezTo>
                  <a:pt x="235026" y="1049893"/>
                  <a:pt x="0" y="814867"/>
                  <a:pt x="0" y="52494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-879675" y="-949152"/>
            <a:ext cx="2905255" cy="2905253"/>
          </a:xfrm>
          <a:custGeom>
            <a:avLst/>
            <a:gdLst/>
            <a:ahLst/>
            <a:cxnLst/>
            <a:rect l="l" t="t" r="r" b="b"/>
            <a:pathLst>
              <a:path w="2192645" h="2192644" extrusionOk="0">
                <a:moveTo>
                  <a:pt x="0" y="1096323"/>
                </a:moveTo>
                <a:cubicBezTo>
                  <a:pt x="0" y="490841"/>
                  <a:pt x="490840" y="0"/>
                  <a:pt x="1096324" y="0"/>
                </a:cubicBezTo>
                <a:cubicBezTo>
                  <a:pt x="1701806" y="0"/>
                  <a:pt x="2192646" y="490841"/>
                  <a:pt x="2192646" y="1096323"/>
                </a:cubicBezTo>
                <a:cubicBezTo>
                  <a:pt x="2192646" y="1701805"/>
                  <a:pt x="1701806" y="2192645"/>
                  <a:pt x="1096324" y="2192645"/>
                </a:cubicBezTo>
                <a:cubicBezTo>
                  <a:pt x="490840" y="2192645"/>
                  <a:pt x="0" y="1701805"/>
                  <a:pt x="0" y="109632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2"/>
          <p:cNvGrpSpPr/>
          <p:nvPr/>
        </p:nvGrpSpPr>
        <p:grpSpPr>
          <a:xfrm>
            <a:off x="8340475" y="2016975"/>
            <a:ext cx="2283267" cy="2289816"/>
            <a:chOff x="4593397" y="1441597"/>
            <a:chExt cx="1680726" cy="1685547"/>
          </a:xfrm>
        </p:grpSpPr>
        <p:sp>
          <p:nvSpPr>
            <p:cNvPr id="40" name="Google Shape;40;p2"/>
            <p:cNvSpPr/>
            <p:nvPr/>
          </p:nvSpPr>
          <p:spPr>
            <a:xfrm>
              <a:off x="4636901" y="1545112"/>
              <a:ext cx="1637222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593397" y="1441597"/>
              <a:ext cx="1442681" cy="1464465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7971521" y="4845101"/>
            <a:ext cx="1668612" cy="1391255"/>
            <a:chOff x="3790450" y="2922745"/>
            <a:chExt cx="1228275" cy="1024111"/>
          </a:xfrm>
        </p:grpSpPr>
        <p:sp>
          <p:nvSpPr>
            <p:cNvPr id="44" name="Google Shape;44;p2"/>
            <p:cNvSpPr/>
            <p:nvPr/>
          </p:nvSpPr>
          <p:spPr>
            <a:xfrm>
              <a:off x="3790450" y="2942602"/>
              <a:ext cx="1220561" cy="1004254"/>
            </a:xfrm>
            <a:custGeom>
              <a:avLst/>
              <a:gdLst/>
              <a:ahLst/>
              <a:cxnLst/>
              <a:rect l="l" t="t" r="r" b="b"/>
              <a:pathLst>
                <a:path w="1220561" h="1004254" extrusionOk="0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985489" y="2922745"/>
              <a:ext cx="1033236" cy="743083"/>
            </a:xfrm>
            <a:custGeom>
              <a:avLst/>
              <a:gdLst/>
              <a:ahLst/>
              <a:cxnLst/>
              <a:rect l="l" t="t" r="r" b="b"/>
              <a:pathLst>
                <a:path w="1033236" h="743083" extrusionOk="0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272537" y="3126827"/>
              <a:ext cx="459128" cy="334918"/>
            </a:xfrm>
            <a:custGeom>
              <a:avLst/>
              <a:gdLst/>
              <a:ahLst/>
              <a:cxnLst/>
              <a:rect l="l" t="t" r="r" b="b"/>
              <a:pathLst>
                <a:path w="459128" h="334918" extrusionOk="0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10268618" y="251265"/>
            <a:ext cx="1847185" cy="1054735"/>
            <a:chOff x="6220591" y="624724"/>
            <a:chExt cx="1359724" cy="776397"/>
          </a:xfrm>
        </p:grpSpPr>
        <p:sp>
          <p:nvSpPr>
            <p:cNvPr id="48" name="Google Shape;48;p2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7407751" y="2547555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1469" y="859395"/>
            <a:ext cx="417626" cy="417632"/>
          </a:xfrm>
          <a:custGeom>
            <a:avLst/>
            <a:gdLst/>
            <a:ahLst/>
            <a:cxnLst/>
            <a:rect l="l" t="t" r="r" b="b"/>
            <a:pathLst>
              <a:path w="264739" h="264743" extrusionOk="0">
                <a:moveTo>
                  <a:pt x="0" y="132163"/>
                </a:moveTo>
                <a:lnTo>
                  <a:pt x="132580" y="0"/>
                </a:lnTo>
                <a:lnTo>
                  <a:pt x="264739" y="132580"/>
                </a:lnTo>
                <a:lnTo>
                  <a:pt x="132163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90300" y="5603654"/>
            <a:ext cx="1138643" cy="1138662"/>
          </a:xfrm>
          <a:custGeom>
            <a:avLst/>
            <a:gdLst/>
            <a:ahLst/>
            <a:cxnLst/>
            <a:rect l="l" t="t" r="r" b="b"/>
            <a:pathLst>
              <a:path w="998810" h="998826" extrusionOk="0">
                <a:moveTo>
                  <a:pt x="0" y="498620"/>
                </a:moveTo>
                <a:lnTo>
                  <a:pt x="500190" y="0"/>
                </a:lnTo>
                <a:lnTo>
                  <a:pt x="998810" y="500194"/>
                </a:lnTo>
                <a:lnTo>
                  <a:pt x="498620" y="998826"/>
                </a:lnTo>
                <a:lnTo>
                  <a:pt x="0" y="498620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953410" y="3351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 txBox="1">
            <a:spLocks noGrp="1"/>
          </p:cNvSpPr>
          <p:nvPr>
            <p:ph type="ctrTitle"/>
          </p:nvPr>
        </p:nvSpPr>
        <p:spPr>
          <a:xfrm>
            <a:off x="912825" y="1753975"/>
            <a:ext cx="65040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010"/>
            </a:lvl1pPr>
            <a:lvl2pPr lvl="1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56" name="Google Shape;56;p2"/>
          <p:cNvSpPr txBox="1">
            <a:spLocks noGrp="1"/>
          </p:cNvSpPr>
          <p:nvPr>
            <p:ph type="subTitle" idx="1"/>
          </p:nvPr>
        </p:nvSpPr>
        <p:spPr>
          <a:xfrm>
            <a:off x="912825" y="4540025"/>
            <a:ext cx="6504000" cy="56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grpSp>
        <p:nvGrpSpPr>
          <p:cNvPr id="57" name="Google Shape;57;p2"/>
          <p:cNvGrpSpPr/>
          <p:nvPr/>
        </p:nvGrpSpPr>
        <p:grpSpPr>
          <a:xfrm rot="3039638">
            <a:off x="10223506" y="5077234"/>
            <a:ext cx="1382219" cy="789242"/>
            <a:chOff x="6220591" y="624724"/>
            <a:chExt cx="1359724" cy="776397"/>
          </a:xfrm>
        </p:grpSpPr>
        <p:sp>
          <p:nvSpPr>
            <p:cNvPr id="58" name="Google Shape;58;p2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2"/>
          <p:cNvSpPr/>
          <p:nvPr/>
        </p:nvSpPr>
        <p:spPr>
          <a:xfrm>
            <a:off x="9951335" y="58088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1296601" y="6236355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3"/>
          <p:cNvGrpSpPr/>
          <p:nvPr/>
        </p:nvGrpSpPr>
        <p:grpSpPr>
          <a:xfrm flipH="1">
            <a:off x="9698297" y="237744"/>
            <a:ext cx="2245810" cy="2245752"/>
            <a:chOff x="4616075" y="1332525"/>
            <a:chExt cx="1915566" cy="1881022"/>
          </a:xfrm>
        </p:grpSpPr>
        <p:sp>
          <p:nvSpPr>
            <p:cNvPr id="65" name="Google Shape;65;p3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3"/>
          <p:cNvSpPr/>
          <p:nvPr/>
        </p:nvSpPr>
        <p:spPr>
          <a:xfrm flipH="1">
            <a:off x="10905909" y="5310937"/>
            <a:ext cx="2072230" cy="207223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 flipH="1">
            <a:off x="10430470" y="-361799"/>
            <a:ext cx="1019976" cy="1019979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 flipH="1">
            <a:off x="-934826" y="2688137"/>
            <a:ext cx="1752680" cy="175268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3"/>
          <p:cNvGrpSpPr/>
          <p:nvPr/>
        </p:nvGrpSpPr>
        <p:grpSpPr>
          <a:xfrm flipH="1">
            <a:off x="11173259" y="950815"/>
            <a:ext cx="770785" cy="561999"/>
            <a:chOff x="4468725" y="937901"/>
            <a:chExt cx="656322" cy="478541"/>
          </a:xfrm>
        </p:grpSpPr>
        <p:sp>
          <p:nvSpPr>
            <p:cNvPr id="83" name="Google Shape;83;p3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3"/>
          <p:cNvGrpSpPr/>
          <p:nvPr/>
        </p:nvGrpSpPr>
        <p:grpSpPr>
          <a:xfrm>
            <a:off x="105078" y="3699685"/>
            <a:ext cx="712775" cy="873752"/>
            <a:chOff x="6197557" y="3002680"/>
            <a:chExt cx="524678" cy="643174"/>
          </a:xfrm>
        </p:grpSpPr>
        <p:sp>
          <p:nvSpPr>
            <p:cNvPr id="87" name="Google Shape;87;p3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3"/>
          <p:cNvGrpSpPr/>
          <p:nvPr/>
        </p:nvGrpSpPr>
        <p:grpSpPr>
          <a:xfrm flipH="1">
            <a:off x="8759551" y="242069"/>
            <a:ext cx="1976801" cy="1979513"/>
            <a:chOff x="4593392" y="1441589"/>
            <a:chExt cx="1683243" cy="1685552"/>
          </a:xfrm>
        </p:grpSpPr>
        <p:sp>
          <p:nvSpPr>
            <p:cNvPr id="91" name="Google Shape;91;p3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flipH="1">
            <a:off x="152404" y="3069621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951335" y="58088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1"/>
          </p:nvPr>
        </p:nvSpPr>
        <p:spPr>
          <a:xfrm>
            <a:off x="1614900" y="3977575"/>
            <a:ext cx="8962200" cy="193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3"/>
          <p:cNvSpPr/>
          <p:nvPr/>
        </p:nvSpPr>
        <p:spPr>
          <a:xfrm flipH="1">
            <a:off x="8291816" y="1404964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4"/>
          <p:cNvSpPr/>
          <p:nvPr/>
        </p:nvSpPr>
        <p:spPr>
          <a:xfrm flipH="1">
            <a:off x="11270114" y="232339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 flipH="1">
            <a:off x="9890848" y="-461213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 flipH="1">
            <a:off x="365415" y="5863369"/>
            <a:ext cx="1730086" cy="1730091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4"/>
          <p:cNvGrpSpPr/>
          <p:nvPr/>
        </p:nvGrpSpPr>
        <p:grpSpPr>
          <a:xfrm flipH="1">
            <a:off x="11521659" y="4785465"/>
            <a:ext cx="770785" cy="561999"/>
            <a:chOff x="4468725" y="937901"/>
            <a:chExt cx="656322" cy="478541"/>
          </a:xfrm>
        </p:grpSpPr>
        <p:sp>
          <p:nvSpPr>
            <p:cNvPr id="109" name="Google Shape;109;p4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4"/>
          <p:cNvGrpSpPr/>
          <p:nvPr/>
        </p:nvGrpSpPr>
        <p:grpSpPr>
          <a:xfrm flipH="1">
            <a:off x="10315651" y="5347469"/>
            <a:ext cx="1976801" cy="1979513"/>
            <a:chOff x="4593392" y="1441589"/>
            <a:chExt cx="1683243" cy="1685552"/>
          </a:xfrm>
        </p:grpSpPr>
        <p:sp>
          <p:nvSpPr>
            <p:cNvPr id="113" name="Google Shape;113;p4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4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title and text">
  <p:cSld name="CUSTOM_2">
    <p:bg>
      <p:bgPr>
        <a:solidFill>
          <a:schemeClr val="dk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>
            <a:spLocks noGrp="1"/>
          </p:cNvSpPr>
          <p:nvPr>
            <p:ph type="title"/>
          </p:nvPr>
        </p:nvSpPr>
        <p:spPr>
          <a:xfrm>
            <a:off x="5267250" y="1818150"/>
            <a:ext cx="61437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7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6"/>
          <p:cNvSpPr txBox="1">
            <a:spLocks noGrp="1"/>
          </p:cNvSpPr>
          <p:nvPr>
            <p:ph type="subTitle" idx="1"/>
          </p:nvPr>
        </p:nvSpPr>
        <p:spPr>
          <a:xfrm>
            <a:off x="5267248" y="3228122"/>
            <a:ext cx="61437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3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6"/>
          <p:cNvSpPr txBox="1">
            <a:spLocks noGrp="1"/>
          </p:cNvSpPr>
          <p:nvPr>
            <p:ph type="body" idx="2"/>
          </p:nvPr>
        </p:nvSpPr>
        <p:spPr>
          <a:xfrm>
            <a:off x="5267260" y="3742051"/>
            <a:ext cx="61437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70" name="Google Shape;170;p6"/>
          <p:cNvGrpSpPr/>
          <p:nvPr/>
        </p:nvGrpSpPr>
        <p:grpSpPr>
          <a:xfrm flipH="1">
            <a:off x="1367519" y="1780818"/>
            <a:ext cx="2597891" cy="2597879"/>
            <a:chOff x="4616075" y="1332525"/>
            <a:chExt cx="1915566" cy="1881022"/>
          </a:xfrm>
        </p:grpSpPr>
        <p:sp>
          <p:nvSpPr>
            <p:cNvPr id="171" name="Google Shape;171;p6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6"/>
          <p:cNvGrpSpPr/>
          <p:nvPr/>
        </p:nvGrpSpPr>
        <p:grpSpPr>
          <a:xfrm flipH="1">
            <a:off x="3287382" y="1305991"/>
            <a:ext cx="891613" cy="650098"/>
            <a:chOff x="4468725" y="937901"/>
            <a:chExt cx="656322" cy="478541"/>
          </a:xfrm>
        </p:grpSpPr>
        <p:sp>
          <p:nvSpPr>
            <p:cNvPr id="186" name="Google Shape;186;p6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6"/>
          <p:cNvGrpSpPr/>
          <p:nvPr/>
        </p:nvGrpSpPr>
        <p:grpSpPr>
          <a:xfrm flipH="1">
            <a:off x="492602" y="3433043"/>
            <a:ext cx="712775" cy="873752"/>
            <a:chOff x="6197557" y="3002680"/>
            <a:chExt cx="524678" cy="643174"/>
          </a:xfrm>
        </p:grpSpPr>
        <p:sp>
          <p:nvSpPr>
            <p:cNvPr id="190" name="Google Shape;190;p6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6"/>
          <p:cNvSpPr/>
          <p:nvPr/>
        </p:nvSpPr>
        <p:spPr>
          <a:xfrm flipH="1">
            <a:off x="10124948" y="-949152"/>
            <a:ext cx="2905255" cy="2905253"/>
          </a:xfrm>
          <a:custGeom>
            <a:avLst/>
            <a:gdLst/>
            <a:ahLst/>
            <a:cxnLst/>
            <a:rect l="l" t="t" r="r" b="b"/>
            <a:pathLst>
              <a:path w="2192645" h="2192644" extrusionOk="0">
                <a:moveTo>
                  <a:pt x="0" y="1096323"/>
                </a:moveTo>
                <a:cubicBezTo>
                  <a:pt x="0" y="490841"/>
                  <a:pt x="490840" y="0"/>
                  <a:pt x="1096324" y="0"/>
                </a:cubicBezTo>
                <a:cubicBezTo>
                  <a:pt x="1701806" y="0"/>
                  <a:pt x="2192646" y="490841"/>
                  <a:pt x="2192646" y="1096323"/>
                </a:cubicBezTo>
                <a:cubicBezTo>
                  <a:pt x="2192646" y="1701805"/>
                  <a:pt x="1701806" y="2192645"/>
                  <a:pt x="1096324" y="2192645"/>
                </a:cubicBezTo>
                <a:cubicBezTo>
                  <a:pt x="490840" y="2192645"/>
                  <a:pt x="0" y="1701805"/>
                  <a:pt x="0" y="109632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6"/>
          <p:cNvGrpSpPr/>
          <p:nvPr/>
        </p:nvGrpSpPr>
        <p:grpSpPr>
          <a:xfrm flipH="1">
            <a:off x="1526787" y="2016975"/>
            <a:ext cx="2283267" cy="2289816"/>
            <a:chOff x="4593397" y="1441597"/>
            <a:chExt cx="1680726" cy="1685547"/>
          </a:xfrm>
        </p:grpSpPr>
        <p:sp>
          <p:nvSpPr>
            <p:cNvPr id="195" name="Google Shape;195;p6"/>
            <p:cNvSpPr/>
            <p:nvPr/>
          </p:nvSpPr>
          <p:spPr>
            <a:xfrm>
              <a:off x="4636901" y="1545112"/>
              <a:ext cx="1637222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593397" y="1441597"/>
              <a:ext cx="1442681" cy="1464465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6"/>
          <p:cNvGrpSpPr/>
          <p:nvPr/>
        </p:nvGrpSpPr>
        <p:grpSpPr>
          <a:xfrm flipH="1">
            <a:off x="2510395" y="4845101"/>
            <a:ext cx="1668612" cy="1391255"/>
            <a:chOff x="3790450" y="2922745"/>
            <a:chExt cx="1228275" cy="1024111"/>
          </a:xfrm>
        </p:grpSpPr>
        <p:sp>
          <p:nvSpPr>
            <p:cNvPr id="199" name="Google Shape;199;p6"/>
            <p:cNvSpPr/>
            <p:nvPr/>
          </p:nvSpPr>
          <p:spPr>
            <a:xfrm>
              <a:off x="3790450" y="2942602"/>
              <a:ext cx="1220561" cy="1004254"/>
            </a:xfrm>
            <a:custGeom>
              <a:avLst/>
              <a:gdLst/>
              <a:ahLst/>
              <a:cxnLst/>
              <a:rect l="l" t="t" r="r" b="b"/>
              <a:pathLst>
                <a:path w="1220561" h="1004254" extrusionOk="0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3985489" y="2922745"/>
              <a:ext cx="1033236" cy="743083"/>
            </a:xfrm>
            <a:custGeom>
              <a:avLst/>
              <a:gdLst/>
              <a:ahLst/>
              <a:cxnLst/>
              <a:rect l="l" t="t" r="r" b="b"/>
              <a:pathLst>
                <a:path w="1033236" h="743083" extrusionOk="0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272537" y="3126827"/>
              <a:ext cx="459128" cy="334918"/>
            </a:xfrm>
            <a:custGeom>
              <a:avLst/>
              <a:gdLst/>
              <a:ahLst/>
              <a:cxnLst/>
              <a:rect l="l" t="t" r="r" b="b"/>
              <a:pathLst>
                <a:path w="459128" h="334918" extrusionOk="0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6"/>
          <p:cNvGrpSpPr/>
          <p:nvPr/>
        </p:nvGrpSpPr>
        <p:grpSpPr>
          <a:xfrm flipH="1">
            <a:off x="34725" y="251265"/>
            <a:ext cx="1847185" cy="1054735"/>
            <a:chOff x="6220591" y="624724"/>
            <a:chExt cx="1359724" cy="776397"/>
          </a:xfrm>
        </p:grpSpPr>
        <p:sp>
          <p:nvSpPr>
            <p:cNvPr id="203" name="Google Shape;203;p6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6"/>
          <p:cNvSpPr/>
          <p:nvPr/>
        </p:nvSpPr>
        <p:spPr>
          <a:xfrm flipH="1">
            <a:off x="4383378" y="2547555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 flipH="1">
            <a:off x="11091434" y="859395"/>
            <a:ext cx="417626" cy="417632"/>
          </a:xfrm>
          <a:custGeom>
            <a:avLst/>
            <a:gdLst/>
            <a:ahLst/>
            <a:cxnLst/>
            <a:rect l="l" t="t" r="r" b="b"/>
            <a:pathLst>
              <a:path w="264739" h="264743" extrusionOk="0">
                <a:moveTo>
                  <a:pt x="0" y="132163"/>
                </a:moveTo>
                <a:lnTo>
                  <a:pt x="132580" y="0"/>
                </a:lnTo>
                <a:lnTo>
                  <a:pt x="264739" y="132580"/>
                </a:lnTo>
                <a:lnTo>
                  <a:pt x="132163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 flipH="1">
            <a:off x="1589996" y="3351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6"/>
          <p:cNvGrpSpPr/>
          <p:nvPr/>
        </p:nvGrpSpPr>
        <p:grpSpPr>
          <a:xfrm rot="-3039638" flipH="1">
            <a:off x="544803" y="5077234"/>
            <a:ext cx="1382219" cy="789242"/>
            <a:chOff x="6220591" y="624724"/>
            <a:chExt cx="1359724" cy="776397"/>
          </a:xfrm>
        </p:grpSpPr>
        <p:sp>
          <p:nvSpPr>
            <p:cNvPr id="210" name="Google Shape;210;p6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6"/>
          <p:cNvSpPr/>
          <p:nvPr/>
        </p:nvSpPr>
        <p:spPr>
          <a:xfrm flipH="1">
            <a:off x="1592071" y="58088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 flipH="1">
            <a:off x="494528" y="6236355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oxes">
  <p:cSld name="CUSTOM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444675" y="577600"/>
            <a:ext cx="8221500" cy="955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ubTitle" idx="1"/>
          </p:nvPr>
        </p:nvSpPr>
        <p:spPr>
          <a:xfrm>
            <a:off x="1063797" y="1953000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body" idx="2"/>
          </p:nvPr>
        </p:nvSpPr>
        <p:spPr>
          <a:xfrm>
            <a:off x="1063829" y="2517456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19" name="Google Shape;219;p7"/>
          <p:cNvSpPr txBox="1">
            <a:spLocks noGrp="1"/>
          </p:cNvSpPr>
          <p:nvPr>
            <p:ph type="subTitle" idx="3"/>
          </p:nvPr>
        </p:nvSpPr>
        <p:spPr>
          <a:xfrm>
            <a:off x="5168585" y="1953000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7"/>
          <p:cNvSpPr txBox="1">
            <a:spLocks noGrp="1"/>
          </p:cNvSpPr>
          <p:nvPr>
            <p:ph type="body" idx="4"/>
          </p:nvPr>
        </p:nvSpPr>
        <p:spPr>
          <a:xfrm>
            <a:off x="5168623" y="2517456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21" name="Google Shape;221;p7"/>
          <p:cNvSpPr txBox="1">
            <a:spLocks noGrp="1"/>
          </p:cNvSpPr>
          <p:nvPr>
            <p:ph type="subTitle" idx="5"/>
          </p:nvPr>
        </p:nvSpPr>
        <p:spPr>
          <a:xfrm>
            <a:off x="1063724" y="4418146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7"/>
          <p:cNvSpPr txBox="1">
            <a:spLocks noGrp="1"/>
          </p:cNvSpPr>
          <p:nvPr>
            <p:ph type="body" idx="6"/>
          </p:nvPr>
        </p:nvSpPr>
        <p:spPr>
          <a:xfrm>
            <a:off x="1063768" y="4982602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23" name="Google Shape;223;p7"/>
          <p:cNvSpPr txBox="1">
            <a:spLocks noGrp="1"/>
          </p:cNvSpPr>
          <p:nvPr>
            <p:ph type="body" idx="7"/>
          </p:nvPr>
        </p:nvSpPr>
        <p:spPr>
          <a:xfrm>
            <a:off x="5168563" y="4982602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24" name="Google Shape;224;p7"/>
          <p:cNvSpPr txBox="1">
            <a:spLocks noGrp="1"/>
          </p:cNvSpPr>
          <p:nvPr>
            <p:ph type="subTitle" idx="8"/>
          </p:nvPr>
        </p:nvSpPr>
        <p:spPr>
          <a:xfrm>
            <a:off x="5168525" y="4418146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8757462" y="5481679"/>
            <a:ext cx="1110354" cy="1110357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8547825" y="692699"/>
            <a:ext cx="1752680" cy="175268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7" name="Google Shape;227;p7"/>
          <p:cNvGrpSpPr/>
          <p:nvPr/>
        </p:nvGrpSpPr>
        <p:grpSpPr>
          <a:xfrm>
            <a:off x="9036830" y="2270073"/>
            <a:ext cx="2597891" cy="2597879"/>
            <a:chOff x="4616075" y="1332525"/>
            <a:chExt cx="1915566" cy="1881022"/>
          </a:xfrm>
        </p:grpSpPr>
        <p:sp>
          <p:nvSpPr>
            <p:cNvPr id="228" name="Google Shape;228;p7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8677795" y="2763882"/>
            <a:ext cx="891613" cy="650098"/>
            <a:chOff x="4468725" y="937901"/>
            <a:chExt cx="656322" cy="478541"/>
          </a:xfrm>
        </p:grpSpPr>
        <p:sp>
          <p:nvSpPr>
            <p:cNvPr id="243" name="Google Shape;243;p7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7"/>
          <p:cNvGrpSpPr/>
          <p:nvPr/>
        </p:nvGrpSpPr>
        <p:grpSpPr>
          <a:xfrm>
            <a:off x="10762214" y="5395122"/>
            <a:ext cx="712775" cy="873752"/>
            <a:chOff x="6197557" y="3002680"/>
            <a:chExt cx="524678" cy="643174"/>
          </a:xfrm>
        </p:grpSpPr>
        <p:sp>
          <p:nvSpPr>
            <p:cNvPr id="247" name="Google Shape;247;p7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7"/>
          <p:cNvGrpSpPr/>
          <p:nvPr/>
        </p:nvGrpSpPr>
        <p:grpSpPr>
          <a:xfrm>
            <a:off x="9655155" y="2846855"/>
            <a:ext cx="2286686" cy="2289823"/>
            <a:chOff x="4593392" y="1441589"/>
            <a:chExt cx="1683243" cy="1685552"/>
          </a:xfrm>
        </p:grpSpPr>
        <p:sp>
          <p:nvSpPr>
            <p:cNvPr id="251" name="Google Shape;251;p7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7"/>
          <p:cNvGrpSpPr/>
          <p:nvPr/>
        </p:nvGrpSpPr>
        <p:grpSpPr>
          <a:xfrm rot="-2440826">
            <a:off x="9874938" y="740537"/>
            <a:ext cx="1847135" cy="1054707"/>
            <a:chOff x="6220591" y="624724"/>
            <a:chExt cx="1359724" cy="776397"/>
          </a:xfrm>
        </p:grpSpPr>
        <p:sp>
          <p:nvSpPr>
            <p:cNvPr id="255" name="Google Shape;255;p7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7"/>
          <p:cNvSpPr/>
          <p:nvPr/>
        </p:nvSpPr>
        <p:spPr>
          <a:xfrm>
            <a:off x="9618322" y="5733278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9478813" y="572709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8"/>
          <p:cNvSpPr/>
          <p:nvPr/>
        </p:nvSpPr>
        <p:spPr>
          <a:xfrm flipH="1">
            <a:off x="11270114" y="232339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 flipH="1">
            <a:off x="9890848" y="-461213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"/>
          <p:cNvSpPr/>
          <p:nvPr/>
        </p:nvSpPr>
        <p:spPr>
          <a:xfrm flipH="1">
            <a:off x="365415" y="5863369"/>
            <a:ext cx="1730086" cy="1730091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5" name="Google Shape;265;p8"/>
          <p:cNvGrpSpPr/>
          <p:nvPr/>
        </p:nvGrpSpPr>
        <p:grpSpPr>
          <a:xfrm flipH="1">
            <a:off x="11521659" y="4785465"/>
            <a:ext cx="770785" cy="561999"/>
            <a:chOff x="4468725" y="937901"/>
            <a:chExt cx="656322" cy="478541"/>
          </a:xfrm>
        </p:grpSpPr>
        <p:sp>
          <p:nvSpPr>
            <p:cNvPr id="266" name="Google Shape;266;p8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" name="Google Shape;269;p8"/>
          <p:cNvGrpSpPr/>
          <p:nvPr/>
        </p:nvGrpSpPr>
        <p:grpSpPr>
          <a:xfrm flipH="1">
            <a:off x="10315651" y="5347469"/>
            <a:ext cx="1976801" cy="1979513"/>
            <a:chOff x="4593392" y="1441589"/>
            <a:chExt cx="1683243" cy="1685552"/>
          </a:xfrm>
        </p:grpSpPr>
        <p:sp>
          <p:nvSpPr>
            <p:cNvPr id="270" name="Google Shape;270;p8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" name="Google Shape;273;p8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 txBox="1">
            <a:spLocks noGrp="1"/>
          </p:cNvSpPr>
          <p:nvPr>
            <p:ph type="title"/>
          </p:nvPr>
        </p:nvSpPr>
        <p:spPr>
          <a:xfrm>
            <a:off x="1023125" y="877838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8"/>
          <p:cNvSpPr txBox="1">
            <a:spLocks noGrp="1"/>
          </p:cNvSpPr>
          <p:nvPr>
            <p:ph type="body" idx="1"/>
          </p:nvPr>
        </p:nvSpPr>
        <p:spPr>
          <a:xfrm>
            <a:off x="1023113" y="2133550"/>
            <a:ext cx="476280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276" name="Google Shape;276;p8"/>
          <p:cNvSpPr txBox="1">
            <a:spLocks noGrp="1"/>
          </p:cNvSpPr>
          <p:nvPr>
            <p:ph type="body" idx="2"/>
          </p:nvPr>
        </p:nvSpPr>
        <p:spPr>
          <a:xfrm>
            <a:off x="6406088" y="2133550"/>
            <a:ext cx="476280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277" name="Google Shape;277;p8"/>
          <p:cNvSpPr txBox="1">
            <a:spLocks noGrp="1"/>
          </p:cNvSpPr>
          <p:nvPr>
            <p:ph type="sldNum" idx="3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 txBox="1">
            <a:spLocks noGrp="1"/>
          </p:cNvSpPr>
          <p:nvPr>
            <p:ph type="title"/>
          </p:nvPr>
        </p:nvSpPr>
        <p:spPr>
          <a:xfrm>
            <a:off x="659700" y="603600"/>
            <a:ext cx="108726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9"/>
          <p:cNvSpPr txBox="1">
            <a:spLocks noGrp="1"/>
          </p:cNvSpPr>
          <p:nvPr>
            <p:ph type="body" idx="1"/>
          </p:nvPr>
        </p:nvSpPr>
        <p:spPr>
          <a:xfrm>
            <a:off x="659650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9"/>
          <p:cNvSpPr txBox="1">
            <a:spLocks noGrp="1"/>
          </p:cNvSpPr>
          <p:nvPr>
            <p:ph type="subTitle" idx="2"/>
          </p:nvPr>
        </p:nvSpPr>
        <p:spPr>
          <a:xfrm>
            <a:off x="659663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3" name="Google Shape;283;p9"/>
          <p:cNvSpPr txBox="1">
            <a:spLocks noGrp="1"/>
          </p:cNvSpPr>
          <p:nvPr>
            <p:ph type="body" idx="3"/>
          </p:nvPr>
        </p:nvSpPr>
        <p:spPr>
          <a:xfrm>
            <a:off x="4438488" y="3826975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4" name="Google Shape;284;p9"/>
          <p:cNvSpPr txBox="1">
            <a:spLocks noGrp="1"/>
          </p:cNvSpPr>
          <p:nvPr>
            <p:ph type="subTitle" idx="4"/>
          </p:nvPr>
        </p:nvSpPr>
        <p:spPr>
          <a:xfrm>
            <a:off x="4438500" y="3193605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5" name="Google Shape;285;p9"/>
          <p:cNvSpPr txBox="1">
            <a:spLocks noGrp="1"/>
          </p:cNvSpPr>
          <p:nvPr>
            <p:ph type="body" idx="5"/>
          </p:nvPr>
        </p:nvSpPr>
        <p:spPr>
          <a:xfrm>
            <a:off x="8217327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6" name="Google Shape;286;p9"/>
          <p:cNvSpPr txBox="1">
            <a:spLocks noGrp="1"/>
          </p:cNvSpPr>
          <p:nvPr>
            <p:ph type="subTitle" idx="6"/>
          </p:nvPr>
        </p:nvSpPr>
        <p:spPr>
          <a:xfrm>
            <a:off x="8217338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7" name="Google Shape;287;p9"/>
          <p:cNvSpPr/>
          <p:nvPr/>
        </p:nvSpPr>
        <p:spPr>
          <a:xfrm flipH="1">
            <a:off x="11270114" y="232339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 flipH="1">
            <a:off x="9890848" y="-461213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 flipH="1">
            <a:off x="159222" y="6172023"/>
            <a:ext cx="1090987" cy="1090990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TLE_AND_TWO_COLUMNS_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 txBox="1">
            <a:spLocks noGrp="1"/>
          </p:cNvSpPr>
          <p:nvPr>
            <p:ph type="title"/>
          </p:nvPr>
        </p:nvSpPr>
        <p:spPr>
          <a:xfrm>
            <a:off x="1160550" y="1060800"/>
            <a:ext cx="10264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0"/>
          <p:cNvSpPr txBox="1">
            <a:spLocks noGrp="1"/>
          </p:cNvSpPr>
          <p:nvPr>
            <p:ph type="body" idx="1"/>
          </p:nvPr>
        </p:nvSpPr>
        <p:spPr>
          <a:xfrm>
            <a:off x="1160550" y="4961940"/>
            <a:ext cx="27231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4" name="Google Shape;294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10"/>
          <p:cNvSpPr txBox="1">
            <a:spLocks noGrp="1"/>
          </p:cNvSpPr>
          <p:nvPr>
            <p:ph type="subTitle" idx="2"/>
          </p:nvPr>
        </p:nvSpPr>
        <p:spPr>
          <a:xfrm>
            <a:off x="1160550" y="2979925"/>
            <a:ext cx="1417500" cy="13053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6" name="Google Shape;296;p10"/>
          <p:cNvSpPr txBox="1">
            <a:spLocks noGrp="1"/>
          </p:cNvSpPr>
          <p:nvPr>
            <p:ph type="body" idx="3"/>
          </p:nvPr>
        </p:nvSpPr>
        <p:spPr>
          <a:xfrm>
            <a:off x="4455010" y="4961939"/>
            <a:ext cx="27231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7" name="Google Shape;297;p10"/>
          <p:cNvSpPr txBox="1">
            <a:spLocks noGrp="1"/>
          </p:cNvSpPr>
          <p:nvPr>
            <p:ph type="subTitle" idx="4"/>
          </p:nvPr>
        </p:nvSpPr>
        <p:spPr>
          <a:xfrm>
            <a:off x="4455006" y="2979935"/>
            <a:ext cx="1417500" cy="13053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8" name="Google Shape;298;p10"/>
          <p:cNvSpPr txBox="1">
            <a:spLocks noGrp="1"/>
          </p:cNvSpPr>
          <p:nvPr>
            <p:ph type="body" idx="5"/>
          </p:nvPr>
        </p:nvSpPr>
        <p:spPr>
          <a:xfrm>
            <a:off x="7749486" y="4961955"/>
            <a:ext cx="27231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9" name="Google Shape;299;p10"/>
          <p:cNvSpPr txBox="1">
            <a:spLocks noGrp="1"/>
          </p:cNvSpPr>
          <p:nvPr>
            <p:ph type="subTitle" idx="6"/>
          </p:nvPr>
        </p:nvSpPr>
        <p:spPr>
          <a:xfrm>
            <a:off x="7749462" y="2979925"/>
            <a:ext cx="1417500" cy="13053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0" name="Google Shape;300;p10"/>
          <p:cNvSpPr txBox="1">
            <a:spLocks noGrp="1"/>
          </p:cNvSpPr>
          <p:nvPr>
            <p:ph type="subTitle" idx="7"/>
          </p:nvPr>
        </p:nvSpPr>
        <p:spPr>
          <a:xfrm>
            <a:off x="1160550" y="4507450"/>
            <a:ext cx="27231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1" name="Google Shape;301;p10"/>
          <p:cNvSpPr txBox="1">
            <a:spLocks noGrp="1"/>
          </p:cNvSpPr>
          <p:nvPr>
            <p:ph type="subTitle" idx="8"/>
          </p:nvPr>
        </p:nvSpPr>
        <p:spPr>
          <a:xfrm>
            <a:off x="4454989" y="4507438"/>
            <a:ext cx="27231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2" name="Google Shape;302;p10"/>
          <p:cNvSpPr txBox="1">
            <a:spLocks noGrp="1"/>
          </p:cNvSpPr>
          <p:nvPr>
            <p:ph type="subTitle" idx="9"/>
          </p:nvPr>
        </p:nvSpPr>
        <p:spPr>
          <a:xfrm>
            <a:off x="7749461" y="4507450"/>
            <a:ext cx="27231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303" name="Google Shape;303;p10"/>
          <p:cNvGrpSpPr/>
          <p:nvPr/>
        </p:nvGrpSpPr>
        <p:grpSpPr>
          <a:xfrm flipH="1">
            <a:off x="10087470" y="288279"/>
            <a:ext cx="1864421" cy="1864281"/>
            <a:chOff x="4616075" y="1332525"/>
            <a:chExt cx="1915566" cy="1881022"/>
          </a:xfrm>
        </p:grpSpPr>
        <p:sp>
          <p:nvSpPr>
            <p:cNvPr id="304" name="Google Shape;304;p10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0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0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0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0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0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0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0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8" name="Google Shape;318;p10"/>
          <p:cNvSpPr/>
          <p:nvPr/>
        </p:nvSpPr>
        <p:spPr>
          <a:xfrm flipH="1">
            <a:off x="10696509" y="-209400"/>
            <a:ext cx="845676" cy="845679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9" name="Google Shape;319;p10"/>
          <p:cNvGrpSpPr/>
          <p:nvPr/>
        </p:nvGrpSpPr>
        <p:grpSpPr>
          <a:xfrm flipH="1">
            <a:off x="11312263" y="880242"/>
            <a:ext cx="639848" cy="466530"/>
            <a:chOff x="4468725" y="937901"/>
            <a:chExt cx="656322" cy="478541"/>
          </a:xfrm>
        </p:grpSpPr>
        <p:sp>
          <p:nvSpPr>
            <p:cNvPr id="320" name="Google Shape;320;p10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0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10"/>
          <p:cNvGrpSpPr/>
          <p:nvPr/>
        </p:nvGrpSpPr>
        <p:grpSpPr>
          <a:xfrm flipH="1">
            <a:off x="9308548" y="291850"/>
            <a:ext cx="1640994" cy="1643245"/>
            <a:chOff x="4593392" y="1441589"/>
            <a:chExt cx="1683243" cy="1685552"/>
          </a:xfrm>
        </p:grpSpPr>
        <p:sp>
          <p:nvSpPr>
            <p:cNvPr id="324" name="Google Shape;324;p10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0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0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10"/>
          <p:cNvSpPr/>
          <p:nvPr/>
        </p:nvSpPr>
        <p:spPr>
          <a:xfrm flipH="1">
            <a:off x="8919775" y="1257296"/>
            <a:ext cx="504259" cy="504259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/>
          <p:nvPr/>
        </p:nvSpPr>
        <p:spPr>
          <a:xfrm flipH="1">
            <a:off x="11013159" y="6038673"/>
            <a:ext cx="1090987" cy="1090990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/>
          <p:nvPr/>
        </p:nvSpPr>
        <p:spPr>
          <a:xfrm flipH="1">
            <a:off x="11270114" y="232339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 flipH="1">
            <a:off x="9890848" y="-461213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 flipH="1">
            <a:off x="159222" y="6172023"/>
            <a:ext cx="1090987" cy="1090990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"/>
          <p:cNvSpPr/>
          <p:nvPr/>
        </p:nvSpPr>
        <p:spPr>
          <a:xfrm>
            <a:off x="6745299" y="4866384"/>
            <a:ext cx="1991617" cy="1991628"/>
          </a:xfrm>
          <a:custGeom>
            <a:avLst/>
            <a:gdLst/>
            <a:ahLst/>
            <a:cxnLst/>
            <a:rect l="l" t="t" r="r" b="b"/>
            <a:pathLst>
              <a:path w="1467121" h="1467129" extrusionOk="0">
                <a:moveTo>
                  <a:pt x="0" y="733569"/>
                </a:moveTo>
                <a:cubicBezTo>
                  <a:pt x="0" y="328433"/>
                  <a:pt x="328432" y="0"/>
                  <a:pt x="733569" y="0"/>
                </a:cubicBezTo>
                <a:cubicBezTo>
                  <a:pt x="1138697" y="0"/>
                  <a:pt x="1467121" y="328433"/>
                  <a:pt x="1467121" y="733569"/>
                </a:cubicBezTo>
                <a:cubicBezTo>
                  <a:pt x="1467121" y="1138709"/>
                  <a:pt x="1138697" y="1467129"/>
                  <a:pt x="733569" y="1467129"/>
                </a:cubicBezTo>
                <a:cubicBezTo>
                  <a:pt x="328432" y="1467129"/>
                  <a:pt x="0" y="1138709"/>
                  <a:pt x="0" y="73356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9241061" y="296553"/>
            <a:ext cx="2323996" cy="2324003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9" name="Google Shape;339;p12"/>
          <p:cNvGrpSpPr/>
          <p:nvPr/>
        </p:nvGrpSpPr>
        <p:grpSpPr>
          <a:xfrm>
            <a:off x="7649791" y="1972199"/>
            <a:ext cx="3443231" cy="3443211"/>
            <a:chOff x="4616075" y="1332525"/>
            <a:chExt cx="1915566" cy="1881022"/>
          </a:xfrm>
        </p:grpSpPr>
        <p:sp>
          <p:nvSpPr>
            <p:cNvPr id="340" name="Google Shape;340;p12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2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2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2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2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2"/>
          <p:cNvGrpSpPr/>
          <p:nvPr/>
        </p:nvGrpSpPr>
        <p:grpSpPr>
          <a:xfrm>
            <a:off x="7366492" y="1342819"/>
            <a:ext cx="1181708" cy="861613"/>
            <a:chOff x="4468725" y="937901"/>
            <a:chExt cx="656322" cy="478541"/>
          </a:xfrm>
        </p:grpSpPr>
        <p:sp>
          <p:nvSpPr>
            <p:cNvPr id="355" name="Google Shape;355;p12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2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12"/>
          <p:cNvGrpSpPr/>
          <p:nvPr/>
        </p:nvGrpSpPr>
        <p:grpSpPr>
          <a:xfrm>
            <a:off x="11307604" y="4161927"/>
            <a:ext cx="944683" cy="1158035"/>
            <a:chOff x="6197557" y="3002680"/>
            <a:chExt cx="524678" cy="643174"/>
          </a:xfrm>
        </p:grpSpPr>
        <p:sp>
          <p:nvSpPr>
            <p:cNvPr id="359" name="Google Shape;359;p12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2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12"/>
          <p:cNvGrpSpPr/>
          <p:nvPr/>
        </p:nvGrpSpPr>
        <p:grpSpPr>
          <a:xfrm>
            <a:off x="10410953" y="-55071"/>
            <a:ext cx="2448183" cy="1397903"/>
            <a:chOff x="6220591" y="624724"/>
            <a:chExt cx="1359724" cy="776397"/>
          </a:xfrm>
        </p:grpSpPr>
        <p:sp>
          <p:nvSpPr>
            <p:cNvPr id="363" name="Google Shape;363;p12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" name="Google Shape;366;p12"/>
          <p:cNvSpPr/>
          <p:nvPr/>
        </p:nvSpPr>
        <p:spPr>
          <a:xfrm>
            <a:off x="9993199" y="56121"/>
            <a:ext cx="805025" cy="805025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9951335" y="58088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 txBox="1">
            <a:spLocks noGrp="1"/>
          </p:cNvSpPr>
          <p:nvPr>
            <p:ph type="title"/>
          </p:nvPr>
        </p:nvSpPr>
        <p:spPr>
          <a:xfrm>
            <a:off x="1128763" y="1685375"/>
            <a:ext cx="58281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69" name="Google Shape;369;p12"/>
          <p:cNvSpPr txBox="1">
            <a:spLocks noGrp="1"/>
          </p:cNvSpPr>
          <p:nvPr>
            <p:ph type="body" idx="1"/>
          </p:nvPr>
        </p:nvSpPr>
        <p:spPr>
          <a:xfrm>
            <a:off x="1128763" y="2819125"/>
            <a:ext cx="5828100" cy="23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 sz="2500"/>
            </a:lvl2pPr>
            <a:lvl3pPr marL="1371600" lvl="2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 sz="2500"/>
            </a:lvl3pPr>
            <a:lvl4pPr marL="1828800" lvl="3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4pPr>
            <a:lvl5pPr marL="2286000" lvl="4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 sz="2500"/>
            </a:lvl5pPr>
            <a:lvl6pPr marL="2743200" lvl="5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 sz="2500"/>
            </a:lvl6pPr>
            <a:lvl7pPr marL="3200400" lvl="6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7pPr>
            <a:lvl8pPr marL="3657600" lvl="7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 sz="2500"/>
            </a:lvl8pPr>
            <a:lvl9pPr marL="4114800" lvl="8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 sz="2500"/>
            </a:lvl9pPr>
          </a:lstStyle>
          <a:p>
            <a:endParaRPr/>
          </a:p>
        </p:txBody>
      </p:sp>
      <p:sp>
        <p:nvSpPr>
          <p:cNvPr id="370" name="Google Shape;370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12"/>
          <p:cNvSpPr>
            <a:spLocks noGrp="1"/>
          </p:cNvSpPr>
          <p:nvPr>
            <p:ph type="pic" idx="2"/>
          </p:nvPr>
        </p:nvSpPr>
        <p:spPr>
          <a:xfrm>
            <a:off x="7551600" y="1874000"/>
            <a:ext cx="3639600" cy="36396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12"/>
          <p:cNvSpPr/>
          <p:nvPr/>
        </p:nvSpPr>
        <p:spPr>
          <a:xfrm>
            <a:off x="-777152" y="5319949"/>
            <a:ext cx="2072230" cy="207223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1128774" y="-452200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12"/>
          <p:cNvGrpSpPr/>
          <p:nvPr/>
        </p:nvGrpSpPr>
        <p:grpSpPr>
          <a:xfrm>
            <a:off x="7383002" y="4540325"/>
            <a:ext cx="2181048" cy="1818514"/>
            <a:chOff x="3790450" y="2922745"/>
            <a:chExt cx="1228275" cy="1024111"/>
          </a:xfrm>
        </p:grpSpPr>
        <p:sp>
          <p:nvSpPr>
            <p:cNvPr id="376" name="Google Shape;376;p12"/>
            <p:cNvSpPr/>
            <p:nvPr/>
          </p:nvSpPr>
          <p:spPr>
            <a:xfrm>
              <a:off x="3790450" y="2942602"/>
              <a:ext cx="1220561" cy="1004254"/>
            </a:xfrm>
            <a:custGeom>
              <a:avLst/>
              <a:gdLst/>
              <a:ahLst/>
              <a:cxnLst/>
              <a:rect l="l" t="t" r="r" b="b"/>
              <a:pathLst>
                <a:path w="1220561" h="1004254" extrusionOk="0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2"/>
            <p:cNvSpPr/>
            <p:nvPr/>
          </p:nvSpPr>
          <p:spPr>
            <a:xfrm>
              <a:off x="3985489" y="2922745"/>
              <a:ext cx="1033236" cy="743083"/>
            </a:xfrm>
            <a:custGeom>
              <a:avLst/>
              <a:gdLst/>
              <a:ahLst/>
              <a:cxnLst/>
              <a:rect l="l" t="t" r="r" b="b"/>
              <a:pathLst>
                <a:path w="1033236" h="743083" extrusionOk="0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2"/>
            <p:cNvSpPr/>
            <p:nvPr/>
          </p:nvSpPr>
          <p:spPr>
            <a:xfrm>
              <a:off x="4272537" y="3126827"/>
              <a:ext cx="459128" cy="334918"/>
            </a:xfrm>
            <a:custGeom>
              <a:avLst/>
              <a:gdLst/>
              <a:ahLst/>
              <a:cxnLst/>
              <a:rect l="l" t="t" r="r" b="b"/>
              <a:pathLst>
                <a:path w="459128" h="334918" extrusionOk="0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12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left">
  <p:cSld name="ONE_COLUMN_TEXT_1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2" name="Google Shape;382;p13"/>
          <p:cNvSpPr/>
          <p:nvPr/>
        </p:nvSpPr>
        <p:spPr>
          <a:xfrm flipH="1">
            <a:off x="11270114" y="232339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/>
          <p:nvPr/>
        </p:nvSpPr>
        <p:spPr>
          <a:xfrm flipH="1">
            <a:off x="9890848" y="-461213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4" name="Google Shape;384;p13"/>
          <p:cNvGrpSpPr/>
          <p:nvPr/>
        </p:nvGrpSpPr>
        <p:grpSpPr>
          <a:xfrm flipH="1">
            <a:off x="11521659" y="4785465"/>
            <a:ext cx="770785" cy="561999"/>
            <a:chOff x="4468725" y="937901"/>
            <a:chExt cx="656322" cy="478541"/>
          </a:xfrm>
        </p:grpSpPr>
        <p:sp>
          <p:nvSpPr>
            <p:cNvPr id="385" name="Google Shape;385;p13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8" name="Google Shape;388;p13"/>
          <p:cNvGrpSpPr/>
          <p:nvPr/>
        </p:nvGrpSpPr>
        <p:grpSpPr>
          <a:xfrm flipH="1">
            <a:off x="10315651" y="5347469"/>
            <a:ext cx="1976801" cy="1979513"/>
            <a:chOff x="4593392" y="1441589"/>
            <a:chExt cx="1683243" cy="1685552"/>
          </a:xfrm>
        </p:grpSpPr>
        <p:sp>
          <p:nvSpPr>
            <p:cNvPr id="389" name="Google Shape;389;p13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13"/>
          <p:cNvSpPr txBox="1">
            <a:spLocks noGrp="1"/>
          </p:cNvSpPr>
          <p:nvPr>
            <p:ph type="title"/>
          </p:nvPr>
        </p:nvSpPr>
        <p:spPr>
          <a:xfrm>
            <a:off x="7393350" y="509800"/>
            <a:ext cx="4200000" cy="4679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93" name="Google Shape;393;p13"/>
          <p:cNvSpPr txBox="1">
            <a:spLocks noGrp="1"/>
          </p:cNvSpPr>
          <p:nvPr>
            <p:ph type="body" idx="1"/>
          </p:nvPr>
        </p:nvSpPr>
        <p:spPr>
          <a:xfrm>
            <a:off x="598650" y="5491100"/>
            <a:ext cx="9555000" cy="106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94" name="Google Shape;394;p13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13"/>
          <p:cNvSpPr>
            <a:spLocks noGrp="1"/>
          </p:cNvSpPr>
          <p:nvPr>
            <p:ph type="pic" idx="3"/>
          </p:nvPr>
        </p:nvSpPr>
        <p:spPr>
          <a:xfrm>
            <a:off x="598650" y="509800"/>
            <a:ext cx="6469500" cy="4679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right">
  <p:cSld name="ONE_COLUMN_TEXT_1_1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"/>
          <p:cNvSpPr txBox="1">
            <a:spLocks noGrp="1"/>
          </p:cNvSpPr>
          <p:nvPr>
            <p:ph type="title"/>
          </p:nvPr>
        </p:nvSpPr>
        <p:spPr>
          <a:xfrm>
            <a:off x="636150" y="772250"/>
            <a:ext cx="5745600" cy="233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98" name="Google Shape;398;p14"/>
          <p:cNvSpPr txBox="1">
            <a:spLocks noGrp="1"/>
          </p:cNvSpPr>
          <p:nvPr>
            <p:ph type="body" idx="1"/>
          </p:nvPr>
        </p:nvSpPr>
        <p:spPr>
          <a:xfrm>
            <a:off x="636150" y="2971800"/>
            <a:ext cx="5745600" cy="272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99" name="Google Shape;399;p1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14"/>
          <p:cNvSpPr txBox="1">
            <a:spLocks noGrp="1"/>
          </p:cNvSpPr>
          <p:nvPr>
            <p:ph type="sldNum" idx="2"/>
          </p:nvPr>
        </p:nvSpPr>
        <p:spPr>
          <a:xfrm flipH="1">
            <a:off x="20389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247663" y="232339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1052687" y="-461213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3" name="Google Shape;403;p14"/>
          <p:cNvGrpSpPr/>
          <p:nvPr/>
        </p:nvGrpSpPr>
        <p:grpSpPr>
          <a:xfrm>
            <a:off x="-167544" y="4785465"/>
            <a:ext cx="770785" cy="561999"/>
            <a:chOff x="4468725" y="937901"/>
            <a:chExt cx="656322" cy="478541"/>
          </a:xfrm>
        </p:grpSpPr>
        <p:sp>
          <p:nvSpPr>
            <p:cNvPr id="404" name="Google Shape;404;p14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7" name="Google Shape;407;p14"/>
          <p:cNvGrpSpPr/>
          <p:nvPr/>
        </p:nvGrpSpPr>
        <p:grpSpPr>
          <a:xfrm>
            <a:off x="-167552" y="5347469"/>
            <a:ext cx="1976801" cy="1979513"/>
            <a:chOff x="4593392" y="1441589"/>
            <a:chExt cx="1683243" cy="1685552"/>
          </a:xfrm>
        </p:grpSpPr>
        <p:sp>
          <p:nvSpPr>
            <p:cNvPr id="408" name="Google Shape;408;p14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4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14"/>
          <p:cNvSpPr>
            <a:spLocks noGrp="1"/>
          </p:cNvSpPr>
          <p:nvPr>
            <p:ph type="pic" idx="3"/>
          </p:nvPr>
        </p:nvSpPr>
        <p:spPr>
          <a:xfrm>
            <a:off x="6809375" y="320850"/>
            <a:ext cx="4984500" cy="62163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MAIN_POIN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"/>
          <p:cNvSpPr txBox="1">
            <a:spLocks noGrp="1"/>
          </p:cNvSpPr>
          <p:nvPr>
            <p:ph type="title"/>
          </p:nvPr>
        </p:nvSpPr>
        <p:spPr>
          <a:xfrm>
            <a:off x="683250" y="2674975"/>
            <a:ext cx="10825500" cy="2885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14" name="Google Shape;414;p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15"/>
          <p:cNvSpPr txBox="1">
            <a:spLocks noGrp="1"/>
          </p:cNvSpPr>
          <p:nvPr>
            <p:ph type="subTitle" idx="1"/>
          </p:nvPr>
        </p:nvSpPr>
        <p:spPr>
          <a:xfrm>
            <a:off x="683250" y="5560063"/>
            <a:ext cx="10825500" cy="73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grpSp>
        <p:nvGrpSpPr>
          <p:cNvPr id="416" name="Google Shape;416;p15"/>
          <p:cNvGrpSpPr/>
          <p:nvPr/>
        </p:nvGrpSpPr>
        <p:grpSpPr>
          <a:xfrm flipH="1">
            <a:off x="9698297" y="237744"/>
            <a:ext cx="2245810" cy="2245752"/>
            <a:chOff x="4616075" y="1332525"/>
            <a:chExt cx="1915566" cy="1881022"/>
          </a:xfrm>
        </p:grpSpPr>
        <p:sp>
          <p:nvSpPr>
            <p:cNvPr id="417" name="Google Shape;417;p15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1" name="Google Shape;431;p15"/>
          <p:cNvSpPr/>
          <p:nvPr/>
        </p:nvSpPr>
        <p:spPr>
          <a:xfrm flipH="1">
            <a:off x="10430470" y="-361799"/>
            <a:ext cx="1019976" cy="1019979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15"/>
          <p:cNvGrpSpPr/>
          <p:nvPr/>
        </p:nvGrpSpPr>
        <p:grpSpPr>
          <a:xfrm flipH="1">
            <a:off x="11173259" y="950815"/>
            <a:ext cx="770785" cy="561999"/>
            <a:chOff x="4468725" y="937901"/>
            <a:chExt cx="656322" cy="478541"/>
          </a:xfrm>
        </p:grpSpPr>
        <p:sp>
          <p:nvSpPr>
            <p:cNvPr id="433" name="Google Shape;433;p15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15"/>
          <p:cNvGrpSpPr/>
          <p:nvPr/>
        </p:nvGrpSpPr>
        <p:grpSpPr>
          <a:xfrm flipH="1">
            <a:off x="8759551" y="242069"/>
            <a:ext cx="1976801" cy="1979513"/>
            <a:chOff x="4593392" y="1441589"/>
            <a:chExt cx="1683243" cy="1685552"/>
          </a:xfrm>
        </p:grpSpPr>
        <p:sp>
          <p:nvSpPr>
            <p:cNvPr id="437" name="Google Shape;437;p15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bg>
      <p:bgPr>
        <a:solidFill>
          <a:schemeClr val="dk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6"/>
          <p:cNvGrpSpPr/>
          <p:nvPr/>
        </p:nvGrpSpPr>
        <p:grpSpPr>
          <a:xfrm flipH="1">
            <a:off x="9469697" y="466344"/>
            <a:ext cx="2245810" cy="2245752"/>
            <a:chOff x="4616075" y="1332525"/>
            <a:chExt cx="1915566" cy="1881022"/>
          </a:xfrm>
        </p:grpSpPr>
        <p:sp>
          <p:nvSpPr>
            <p:cNvPr id="442" name="Google Shape;442;p16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p16"/>
          <p:cNvSpPr/>
          <p:nvPr/>
        </p:nvSpPr>
        <p:spPr>
          <a:xfrm flipH="1">
            <a:off x="10201870" y="-133199"/>
            <a:ext cx="1019976" cy="1019979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7" name="Google Shape;457;p16"/>
          <p:cNvGrpSpPr/>
          <p:nvPr/>
        </p:nvGrpSpPr>
        <p:grpSpPr>
          <a:xfrm flipH="1">
            <a:off x="10944659" y="1179415"/>
            <a:ext cx="770785" cy="561999"/>
            <a:chOff x="4468725" y="937901"/>
            <a:chExt cx="656322" cy="478541"/>
          </a:xfrm>
        </p:grpSpPr>
        <p:sp>
          <p:nvSpPr>
            <p:cNvPr id="458" name="Google Shape;458;p16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1" name="Google Shape;461;p16"/>
          <p:cNvGrpSpPr/>
          <p:nvPr/>
        </p:nvGrpSpPr>
        <p:grpSpPr>
          <a:xfrm>
            <a:off x="8530951" y="470669"/>
            <a:ext cx="1976801" cy="1979513"/>
            <a:chOff x="8530951" y="470669"/>
            <a:chExt cx="1976801" cy="1979513"/>
          </a:xfrm>
        </p:grpSpPr>
        <p:sp>
          <p:nvSpPr>
            <p:cNvPr id="462" name="Google Shape;462;p16"/>
            <p:cNvSpPr/>
            <p:nvPr/>
          </p:nvSpPr>
          <p:spPr>
            <a:xfrm flipH="1">
              <a:off x="8530951" y="592244"/>
              <a:ext cx="1917899" cy="1857938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 flipH="1">
              <a:off x="9275512" y="924442"/>
              <a:ext cx="770923" cy="796295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6"/>
            <p:cNvSpPr/>
            <p:nvPr/>
          </p:nvSpPr>
          <p:spPr>
            <a:xfrm flipH="1">
              <a:off x="8813467" y="470669"/>
              <a:ext cx="1694285" cy="1707064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16"/>
          <p:cNvSpPr/>
          <p:nvPr/>
        </p:nvSpPr>
        <p:spPr>
          <a:xfrm flipH="1">
            <a:off x="9900616" y="4564864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6"/>
          <p:cNvSpPr/>
          <p:nvPr/>
        </p:nvSpPr>
        <p:spPr>
          <a:xfrm flipH="1">
            <a:off x="10104690" y="6053869"/>
            <a:ext cx="1730086" cy="1730091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7" name="Google Shape;467;p16"/>
          <p:cNvGrpSpPr/>
          <p:nvPr/>
        </p:nvGrpSpPr>
        <p:grpSpPr>
          <a:xfrm rot="-868522">
            <a:off x="9757601" y="2760294"/>
            <a:ext cx="1908525" cy="1591316"/>
            <a:chOff x="3790450" y="2922745"/>
            <a:chExt cx="1228275" cy="1024111"/>
          </a:xfrm>
        </p:grpSpPr>
        <p:sp>
          <p:nvSpPr>
            <p:cNvPr id="468" name="Google Shape;468;p16"/>
            <p:cNvSpPr/>
            <p:nvPr/>
          </p:nvSpPr>
          <p:spPr>
            <a:xfrm>
              <a:off x="3790450" y="2942602"/>
              <a:ext cx="1220561" cy="1004254"/>
            </a:xfrm>
            <a:custGeom>
              <a:avLst/>
              <a:gdLst/>
              <a:ahLst/>
              <a:cxnLst/>
              <a:rect l="l" t="t" r="r" b="b"/>
              <a:pathLst>
                <a:path w="1220561" h="1004254" extrusionOk="0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3985489" y="2922745"/>
              <a:ext cx="1033236" cy="743083"/>
            </a:xfrm>
            <a:custGeom>
              <a:avLst/>
              <a:gdLst/>
              <a:ahLst/>
              <a:cxnLst/>
              <a:rect l="l" t="t" r="r" b="b"/>
              <a:pathLst>
                <a:path w="1033236" h="743083" extrusionOk="0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4272537" y="3126827"/>
              <a:ext cx="459128" cy="334918"/>
            </a:xfrm>
            <a:custGeom>
              <a:avLst/>
              <a:gdLst/>
              <a:ahLst/>
              <a:cxnLst/>
              <a:rect l="l" t="t" r="r" b="b"/>
              <a:pathLst>
                <a:path w="459128" h="334918" extrusionOk="0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Google Shape;471;p16"/>
          <p:cNvSpPr/>
          <p:nvPr/>
        </p:nvSpPr>
        <p:spPr>
          <a:xfrm flipH="1">
            <a:off x="10755917" y="4564885"/>
            <a:ext cx="1148278" cy="1148278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1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73" name="Google Shape;473;p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mage with Caption">
  <p:cSld name="CAPTION_ONLY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7"/>
          <p:cNvSpPr>
            <a:spLocks noGrp="1"/>
          </p:cNvSpPr>
          <p:nvPr>
            <p:ph type="pic" idx="2"/>
          </p:nvPr>
        </p:nvSpPr>
        <p:spPr>
          <a:xfrm>
            <a:off x="1875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17"/>
          <p:cNvSpPr txBox="1">
            <a:spLocks noGrp="1"/>
          </p:cNvSpPr>
          <p:nvPr>
            <p:ph type="body" idx="1"/>
          </p:nvPr>
        </p:nvSpPr>
        <p:spPr>
          <a:xfrm>
            <a:off x="415600" y="4991107"/>
            <a:ext cx="7998300" cy="1456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900">
                <a:solidFill>
                  <a:schemeClr val="accen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</a:lstStyle>
          <a:p>
            <a:endParaRPr/>
          </a:p>
        </p:txBody>
      </p:sp>
      <p:sp>
        <p:nvSpPr>
          <p:cNvPr id="477" name="Google Shape;477;p1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0" name="Google Shape;480;p18"/>
          <p:cNvSpPr/>
          <p:nvPr/>
        </p:nvSpPr>
        <p:spPr>
          <a:xfrm flipH="1">
            <a:off x="11270114" y="232339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8"/>
          <p:cNvSpPr/>
          <p:nvPr/>
        </p:nvSpPr>
        <p:spPr>
          <a:xfrm flipH="1">
            <a:off x="9890848" y="-461213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8"/>
          <p:cNvSpPr/>
          <p:nvPr/>
        </p:nvSpPr>
        <p:spPr>
          <a:xfrm flipH="1">
            <a:off x="365415" y="5863369"/>
            <a:ext cx="1730086" cy="1730091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3" name="Google Shape;483;p18"/>
          <p:cNvGrpSpPr/>
          <p:nvPr/>
        </p:nvGrpSpPr>
        <p:grpSpPr>
          <a:xfrm flipH="1">
            <a:off x="11521659" y="4785465"/>
            <a:ext cx="770785" cy="561999"/>
            <a:chOff x="4468725" y="937901"/>
            <a:chExt cx="656322" cy="478541"/>
          </a:xfrm>
        </p:grpSpPr>
        <p:sp>
          <p:nvSpPr>
            <p:cNvPr id="484" name="Google Shape;484;p18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7" name="Google Shape;487;p18"/>
          <p:cNvGrpSpPr/>
          <p:nvPr/>
        </p:nvGrpSpPr>
        <p:grpSpPr>
          <a:xfrm flipH="1">
            <a:off x="10315651" y="5347469"/>
            <a:ext cx="1976801" cy="1979513"/>
            <a:chOff x="4593392" y="1441589"/>
            <a:chExt cx="1683243" cy="1685552"/>
          </a:xfrm>
        </p:grpSpPr>
        <p:sp>
          <p:nvSpPr>
            <p:cNvPr id="488" name="Google Shape;488;p18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8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1" name="Google Shape;491;p18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8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3" name="Google Shape;493;p18"/>
          <p:cNvSpPr txBox="1">
            <a:spLocks noGrp="1"/>
          </p:cNvSpPr>
          <p:nvPr>
            <p:ph type="title" hasCustomPrompt="1"/>
          </p:nvPr>
        </p:nvSpPr>
        <p:spPr>
          <a:xfrm>
            <a:off x="415650" y="1171723"/>
            <a:ext cx="11360700" cy="3368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4" name="Google Shape;494;p18"/>
          <p:cNvSpPr txBox="1">
            <a:spLocks noGrp="1"/>
          </p:cNvSpPr>
          <p:nvPr>
            <p:ph type="body" idx="1"/>
          </p:nvPr>
        </p:nvSpPr>
        <p:spPr>
          <a:xfrm>
            <a:off x="415650" y="4681867"/>
            <a:ext cx="11360700" cy="100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 SlidesMania - Do not remove">
  <p:cSld name="BLANK_1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9" name="Google Shape;499;p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00" name="Google Shape;500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0"/>
            <p:cNvSpPr txBox="1"/>
            <p:nvPr/>
          </p:nvSpPr>
          <p:spPr>
            <a:xfrm>
              <a:off x="463500" y="2858044"/>
              <a:ext cx="8956500" cy="38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3000" b="1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44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502" name="Google Shape;502;p20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03" name="Google Shape;503;p20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4" name="Google Shape;504;p20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p20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p20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20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2400" b="1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508" name="Google Shape;508;p20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1"/>
          <p:cNvSpPr txBox="1">
            <a:spLocks noGrp="1"/>
          </p:cNvSpPr>
          <p:nvPr>
            <p:ph type="ctrTitle"/>
          </p:nvPr>
        </p:nvSpPr>
        <p:spPr>
          <a:xfrm>
            <a:off x="912825" y="1753975"/>
            <a:ext cx="65040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8210"/>
              <a:t>Quản lý bệnh viện</a:t>
            </a:r>
            <a:endParaRPr sz="8210"/>
          </a:p>
        </p:txBody>
      </p:sp>
      <p:sp>
        <p:nvSpPr>
          <p:cNvPr id="514" name="Google Shape;514;p21"/>
          <p:cNvSpPr txBox="1">
            <a:spLocks noGrp="1"/>
          </p:cNvSpPr>
          <p:nvPr>
            <p:ph type="subTitle" idx="1"/>
          </p:nvPr>
        </p:nvSpPr>
        <p:spPr>
          <a:xfrm>
            <a:off x="912825" y="4540025"/>
            <a:ext cx="6504000" cy="56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Bài tập lớn môn Cơ sở dữ liệu · Nhóm 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Bảng phân công nhiệm vụ.</a:t>
            </a:r>
            <a:endParaRPr/>
          </a:p>
        </p:txBody>
      </p:sp>
      <p:graphicFrame>
        <p:nvGraphicFramePr>
          <p:cNvPr id="658" name="Google Shape;658;p34"/>
          <p:cNvGraphicFramePr/>
          <p:nvPr>
            <p:extLst>
              <p:ext uri="{D42A27DB-BD31-4B8C-83A1-F6EECF244321}">
                <p14:modId xmlns:p14="http://schemas.microsoft.com/office/powerpoint/2010/main" val="3828125887"/>
              </p:ext>
            </p:extLst>
          </p:nvPr>
        </p:nvGraphicFramePr>
        <p:xfrm>
          <a:off x="1066647" y="1828800"/>
          <a:ext cx="10058400" cy="3749040"/>
        </p:xfrm>
        <a:graphic>
          <a:graphicData uri="http://schemas.openxmlformats.org/drawingml/2006/table">
            <a:tbl>
              <a:tblPr>
                <a:noFill/>
                <a:tableStyleId>{707D7D83-63CE-4999-9320-2506F30E283A}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Nguyễn Quang Anh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Nguyễn Duy </a:t>
                      </a:r>
                      <a:r>
                        <a:rPr lang="en-US" sz="1400" dirty="0" err="1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Mạnh</a:t>
                      </a:r>
                      <a:endParaRPr lang="vi-VN" sz="1400" dirty="0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Ngô Hoàng Linh</a:t>
                      </a:r>
                      <a:endParaRPr lang="vi-VN" sz="1400" dirty="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Chử</a:t>
                      </a:r>
                      <a:r>
                        <a:rPr lang="en-US" sz="14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 Văn </a:t>
                      </a:r>
                      <a:r>
                        <a:rPr lang="en-US" sz="1400" dirty="0" err="1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Đại</a:t>
                      </a:r>
                      <a:endParaRPr lang="vi-VN" sz="1400" dirty="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Hoàng </a:t>
                      </a:r>
                      <a:r>
                        <a:rPr lang="en-US" sz="1400" dirty="0" err="1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Quốc</a:t>
                      </a:r>
                      <a:r>
                        <a:rPr lang="en-US" sz="14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 Anh</a:t>
                      </a:r>
                      <a:endParaRPr lang="vi-VN" sz="1400" dirty="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Phân tích + ERD + tích hợp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Thiết kế CSDL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SQL Query + View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Index + Stored Procedure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Trigger + Backup + Báo cáo/PPT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Chọn đề tài, yêu cầu nghiệp vụ, vẽ ERD, quản lý file, ghép sản phẩm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Chuyển ERD → bảng, khóa PK/FK, chuẩn hóa 1NF→3NF, tạo database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10 câu truy vấn SQL và ít nhất 2 View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Ít nhất 2 Index và 2 Stored Procedure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Trigger, backup/restore, hoàn thiện báo cáo và slide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Mô tả bài toán, sơ đồ ERD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Phần 1: tạo bảng, ràng buộc, dữ liệu mẫu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Phần 5: truy vấn và View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Phần 4: Index và Procedure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Phần</a:t>
                      </a:r>
                      <a:r>
                        <a:rPr lang="en-US" sz="1300" dirty="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 2, 6: Trigger </a:t>
                      </a:r>
                      <a:r>
                        <a:rPr lang="en-US" sz="1300" dirty="0" err="1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và</a:t>
                      </a:r>
                      <a:r>
                        <a:rPr lang="en-US" sz="1300" dirty="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 </a:t>
                      </a:r>
                      <a:r>
                        <a:rPr lang="en-US" sz="1300" dirty="0" err="1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kiểm</a:t>
                      </a:r>
                      <a:r>
                        <a:rPr lang="en-US" sz="1300" dirty="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 </a:t>
                      </a:r>
                      <a:r>
                        <a:rPr lang="en-US" sz="1300" dirty="0" err="1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thử</a:t>
                      </a:r>
                      <a:endParaRPr lang="en-US" sz="1300" dirty="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/>
          <p:cNvSpPr txBox="1">
            <a:spLocks noGrp="1"/>
          </p:cNvSpPr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Phân tích đề tài và ERD</a:t>
            </a:r>
            <a:endParaRPr/>
          </a:p>
        </p:txBody>
      </p:sp>
      <p:sp>
        <p:nvSpPr>
          <p:cNvPr id="554" name="Google Shape;554;p24"/>
          <p:cNvSpPr txBox="1">
            <a:spLocks noGrp="1"/>
          </p:cNvSpPr>
          <p:nvPr>
            <p:ph type="body" idx="1"/>
          </p:nvPr>
        </p:nvSpPr>
        <p:spPr>
          <a:xfrm>
            <a:off x="1614900" y="3977575"/>
            <a:ext cx="8962200" cy="193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chọn đề tài, xác định yêu cầu nghiệp vụ, vẽ ERD, quản lý file và ghép sản phẩm.</a:t>
            </a:r>
            <a:endParaRPr dirty="0"/>
          </a:p>
        </p:txBody>
      </p:sp>
      <p:sp>
        <p:nvSpPr>
          <p:cNvPr id="555" name="Google Shape;555;p24"/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96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"/>
          <p:cNvSpPr txBox="1">
            <a:spLocks noGrp="1"/>
          </p:cNvSpPr>
          <p:nvPr>
            <p:ph type="title"/>
          </p:nvPr>
        </p:nvSpPr>
        <p:spPr>
          <a:xfrm>
            <a:off x="1023125" y="877838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Mô tả bài toán và nghiệp vụ.</a:t>
            </a:r>
            <a:endParaRPr/>
          </a:p>
        </p:txBody>
      </p:sp>
      <p:sp>
        <p:nvSpPr>
          <p:cNvPr id="595" name="Google Shape;595;p29"/>
          <p:cNvSpPr txBox="1">
            <a:spLocks noGrp="1"/>
          </p:cNvSpPr>
          <p:nvPr>
            <p:ph type="body" idx="1"/>
          </p:nvPr>
        </p:nvSpPr>
        <p:spPr>
          <a:xfrm>
            <a:off x="1023113" y="2133550"/>
            <a:ext cx="476280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Bài toán</a:t>
            </a:r>
            <a:endParaRPr sz="20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Hệ thống quản lý bệnh viện trên SQL Server: quản lý khoa, bác sĩ, bệnh nhân, lịch khám, bệnh án, đơn thuốc, dịch vụ và hóa đơn.</a:t>
            </a:r>
            <a:endParaRPr sz="17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Quy mô: 11 thực thể, 7 khoa, 14 bác sĩ, 35 bệnh nhân, 45 lịch khám.</a:t>
            </a:r>
            <a:endParaRPr sz="1700" dirty="0"/>
          </a:p>
        </p:txBody>
      </p:sp>
      <p:sp>
        <p:nvSpPr>
          <p:cNvPr id="596" name="Google Shape;596;p29"/>
          <p:cNvSpPr txBox="1">
            <a:spLocks noGrp="1"/>
          </p:cNvSpPr>
          <p:nvPr>
            <p:ph type="body" idx="2"/>
          </p:nvPr>
        </p:nvSpPr>
        <p:spPr>
          <a:xfrm>
            <a:off x="6406088" y="2133550"/>
            <a:ext cx="393192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Quy trình nghiệp vụ</a:t>
            </a:r>
            <a:endParaRPr sz="20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1. Bệnh nhân đặt lịch khám với bác sĩ (Chờ khám, Đang khám, Đã khám, Đã hủy).</a:t>
            </a:r>
            <a:endParaRPr sz="17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2. Bác sĩ lập hồ sơ bệnh án, kê đơn thuốc và chỉ định dịch vụ.</a:t>
            </a:r>
            <a:endParaRPr sz="17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3. Lập hóa đơn: tổng tiền = tiền thuốc + tiền dịch vụ.</a:t>
            </a:r>
            <a:endParaRPr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Sơ đồ thực thể – quan hệ (ERD).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E1AA9-A58F-3E99-47F2-FC9D374A2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196" y="1740318"/>
            <a:ext cx="6239393" cy="469806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92B181C-3872-385F-1C78-06621BF4B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411" y="1740318"/>
            <a:ext cx="594253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Bao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gồm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Bệnh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sĩ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lịch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hồ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bệnh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thuốc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thuốc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dịch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thuốc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trúc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Bệnh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đăng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lịch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sĩ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Hồ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bệnh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điều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sĩ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lập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hồ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kê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thuốc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mối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trọng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Lịch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bệnh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sĩ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Hồ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bệnh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dịch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thuốc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thuốc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phục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kê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điều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nghĩa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bệnh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chữa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bệnh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/>
          <p:cNvSpPr txBox="1">
            <a:spLocks noGrp="1"/>
          </p:cNvSpPr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Thiết kế cơ sở dữ liệu</a:t>
            </a:r>
            <a:endParaRPr dirty="0"/>
          </a:p>
        </p:txBody>
      </p:sp>
      <p:sp>
        <p:nvSpPr>
          <p:cNvPr id="554" name="Google Shape;554;p24"/>
          <p:cNvSpPr txBox="1">
            <a:spLocks noGrp="1"/>
          </p:cNvSpPr>
          <p:nvPr>
            <p:ph type="body" idx="1"/>
          </p:nvPr>
        </p:nvSpPr>
        <p:spPr>
          <a:xfrm>
            <a:off x="1614900" y="3977575"/>
            <a:ext cx="8962200" cy="193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Người 2: chuyển ERD sang bảng, xác định khóa PK/FK, chuẩn hóa 1NF → 3NF và tạo database QuanLyBenhVien.</a:t>
            </a:r>
            <a:endParaRPr dirty="0"/>
          </a:p>
        </p:txBody>
      </p:sp>
      <p:sp>
        <p:nvSpPr>
          <p:cNvPr id="555" name="Google Shape;555;p24"/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96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0"/>
          <p:cNvSpPr txBox="1">
            <a:spLocks noGrp="1"/>
          </p:cNvSpPr>
          <p:nvPr>
            <p:ph type="title"/>
          </p:nvPr>
        </p:nvSpPr>
        <p:spPr>
          <a:xfrm>
            <a:off x="659700" y="603600"/>
            <a:ext cx="108726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Từ ERD đến lược đồ quan hệ.</a:t>
            </a:r>
            <a:endParaRPr/>
          </a:p>
        </p:txBody>
      </p:sp>
      <p:sp>
        <p:nvSpPr>
          <p:cNvPr id="782" name="Google Shape;782;p40"/>
          <p:cNvSpPr txBox="1">
            <a:spLocks noGrp="1"/>
          </p:cNvSpPr>
          <p:nvPr>
            <p:ph type="body" idx="1"/>
          </p:nvPr>
        </p:nvSpPr>
        <p:spPr>
          <a:xfrm>
            <a:off x="659650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9 thực thể thành 9 bảng. Hai quan hệ N-N tách thành bảng ChiTietDonThuoc và ChiTietDichVu, tổng 11 bảng.</a:t>
            </a:r>
            <a:endParaRPr/>
          </a:p>
        </p:txBody>
      </p:sp>
      <p:sp>
        <p:nvSpPr>
          <p:cNvPr id="783" name="Google Shape;783;p40"/>
          <p:cNvSpPr txBox="1">
            <a:spLocks noGrp="1"/>
          </p:cNvSpPr>
          <p:nvPr>
            <p:ph type="subTitle" idx="2"/>
          </p:nvPr>
        </p:nvSpPr>
        <p:spPr>
          <a:xfrm>
            <a:off x="659663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 thành bảng</a:t>
            </a:r>
            <a:endParaRPr/>
          </a:p>
        </p:txBody>
      </p:sp>
      <p:sp>
        <p:nvSpPr>
          <p:cNvPr id="784" name="Google Shape;784;p40"/>
          <p:cNvSpPr txBox="1">
            <a:spLocks noGrp="1"/>
          </p:cNvSpPr>
          <p:nvPr>
            <p:ph type="body" idx="3"/>
          </p:nvPr>
        </p:nvSpPr>
        <p:spPr>
          <a:xfrm>
            <a:off x="4438488" y="3826975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Quan hệ 1-N thành khóa ngoại; quan hệ 1-1 dùng khóa ngoại UNIQUE (HoSoBenhAn.MaLK, HoaDon.MaBA). Bảng chi tiết dùng khóa chính kép.</a:t>
            </a:r>
            <a:endParaRPr/>
          </a:p>
        </p:txBody>
      </p:sp>
      <p:sp>
        <p:nvSpPr>
          <p:cNvPr id="785" name="Google Shape;785;p40"/>
          <p:cNvSpPr txBox="1">
            <a:spLocks noGrp="1"/>
          </p:cNvSpPr>
          <p:nvPr>
            <p:ph type="subTitle" idx="4"/>
          </p:nvPr>
        </p:nvSpPr>
        <p:spPr>
          <a:xfrm>
            <a:off x="4438500" y="3193605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Khóa PK và FK</a:t>
            </a:r>
            <a:endParaRPr/>
          </a:p>
        </p:txBody>
      </p:sp>
      <p:sp>
        <p:nvSpPr>
          <p:cNvPr id="786" name="Google Shape;786;p40"/>
          <p:cNvSpPr txBox="1">
            <a:spLocks noGrp="1"/>
          </p:cNvSpPr>
          <p:nvPr>
            <p:ph type="body" idx="5"/>
          </p:nvPr>
        </p:nvSpPr>
        <p:spPr>
          <a:xfrm>
            <a:off x="8217327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1NF: giá trị nguyên tố. 2NF: không phụ thuộc bộ phận nhờ khóa kép. 3NF: tách Khoa, Thuoc, DichVu; DonGiaKe lưu giá tại lúc kê.</a:t>
            </a:r>
            <a:endParaRPr dirty="0"/>
          </a:p>
        </p:txBody>
      </p:sp>
      <p:sp>
        <p:nvSpPr>
          <p:cNvPr id="787" name="Google Shape;787;p40"/>
          <p:cNvSpPr txBox="1">
            <a:spLocks noGrp="1"/>
          </p:cNvSpPr>
          <p:nvPr>
            <p:ph type="subTitle" idx="6"/>
          </p:nvPr>
        </p:nvSpPr>
        <p:spPr>
          <a:xfrm>
            <a:off x="8217338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Chuẩn hóa 3NF</a:t>
            </a:r>
            <a:endParaRPr/>
          </a:p>
        </p:txBody>
      </p:sp>
      <p:sp>
        <p:nvSpPr>
          <p:cNvPr id="788" name="Google Shape;788;p40"/>
          <p:cNvSpPr/>
          <p:nvPr/>
        </p:nvSpPr>
        <p:spPr>
          <a:xfrm>
            <a:off x="1886230" y="2144675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89" name="Google Shape;789;p40"/>
          <p:cNvSpPr/>
          <p:nvPr/>
        </p:nvSpPr>
        <p:spPr>
          <a:xfrm>
            <a:off x="5665055" y="2144675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90" name="Google Shape;790;p40"/>
          <p:cNvSpPr/>
          <p:nvPr/>
        </p:nvSpPr>
        <p:spPr>
          <a:xfrm>
            <a:off x="9443875" y="2144675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dirty="0"/>
              <a:t>Sơ đồ thực thể – quan hệ 3NF.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FBE488-A1DB-A627-91CB-13287083D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896" y="1485002"/>
            <a:ext cx="7915022" cy="507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61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Lược đồ quan hệ (11 bảng).</a:t>
            </a:r>
            <a:endParaRPr/>
          </a:p>
        </p:txBody>
      </p:sp>
      <p:pic>
        <p:nvPicPr>
          <p:cNvPr id="632" name="Picture 631" descr="Lược đồ quan hệ 11 bảng với khóa chính và khóa ngoạ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957" y="1463040"/>
            <a:ext cx="8602085" cy="4663440"/>
          </a:xfrm>
          <a:prstGeom prst="rect">
            <a:avLst/>
          </a:prstGeom>
        </p:spPr>
      </p:pic>
      <p:sp>
        <p:nvSpPr>
          <p:cNvPr id="633" name="TextBox 632"/>
          <p:cNvSpPr txBox="1"/>
          <p:nvPr/>
        </p:nvSpPr>
        <p:spPr>
          <a:xfrm>
            <a:off x="1371600" y="621792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81F48"/>
                </a:solidFill>
              </a:rPr>
              <a:t>PK: khóa chính · FK: khóa ngoại · UQ: duy nhất · CK: ràng buộc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/>
          <p:cNvSpPr txBox="1">
            <a:spLocks noGrp="1"/>
          </p:cNvSpPr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Truy vấn SQL và View</a:t>
            </a:r>
            <a:endParaRPr/>
          </a:p>
        </p:txBody>
      </p:sp>
      <p:sp>
        <p:nvSpPr>
          <p:cNvPr id="554" name="Google Shape;554;p24"/>
          <p:cNvSpPr txBox="1">
            <a:spLocks noGrp="1"/>
          </p:cNvSpPr>
          <p:nvPr>
            <p:ph type="body" idx="1"/>
          </p:nvPr>
        </p:nvSpPr>
        <p:spPr>
          <a:xfrm>
            <a:off x="1614900" y="3977575"/>
            <a:ext cx="8962200" cy="193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Người 3: viết 10 câu truy vấn (JOIN, GROUP BY, HAVING, subquery, aggregate) và 2 View.</a:t>
            </a:r>
            <a:endParaRPr/>
          </a:p>
        </p:txBody>
      </p:sp>
      <p:sp>
        <p:nvSpPr>
          <p:cNvPr id="555" name="Google Shape;555;p24"/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96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Truy vấn 1 – 5.</a:t>
            </a:r>
            <a:endParaRPr/>
          </a:p>
        </p:txBody>
      </p:sp>
      <p:graphicFrame>
        <p:nvGraphicFramePr>
          <p:cNvPr id="658" name="Google Shape;658;p34"/>
          <p:cNvGraphicFramePr/>
          <p:nvPr/>
        </p:nvGraphicFramePr>
        <p:xfrm>
          <a:off x="1066647" y="1920240"/>
          <a:ext cx="10058400" cy="3383280"/>
        </p:xfrm>
        <a:graphic>
          <a:graphicData uri="http://schemas.openxmlformats.org/drawingml/2006/table">
            <a:tbl>
              <a:tblPr>
                <a:noFill/>
                <a:tableStyleId>{707D7D83-63CE-4999-9320-2506F30E283A}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Câu</a:t>
                      </a:r>
                      <a:endParaRPr sz="1400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Mục đích</a:t>
                      </a:r>
                      <a:endParaRPr sz="1400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Kỹ thuật SQL</a:t>
                      </a:r>
                      <a:endParaRPr sz="14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Bảng sử dụng</a:t>
                      </a:r>
                      <a:endParaRPr sz="14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1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Danh sách bác sĩ kèm tên khoa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JOIN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BacSi, Khoa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2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Lịch khám của bệnh nhân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JOIN 3 bảng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LichKham, BenhNhan, BacSi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3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Các lịch đang chờ khám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WHERE, ORDER BY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LichKham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4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Bệnh nhân đã khám trong năm 2026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DISTINCT, JOIN, WHERE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BenhNhan, LichKham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5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Đếm số bác sĩ của từng khoa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LEFT JOIN, GROUP BY, COUNT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Khoa, BacSi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Truy vấn 6 – 10.</a:t>
            </a:r>
            <a:endParaRPr/>
          </a:p>
        </p:txBody>
      </p:sp>
      <p:graphicFrame>
        <p:nvGraphicFramePr>
          <p:cNvPr id="658" name="Google Shape;658;p34"/>
          <p:cNvGraphicFramePr/>
          <p:nvPr/>
        </p:nvGraphicFramePr>
        <p:xfrm>
          <a:off x="1066647" y="1920240"/>
          <a:ext cx="10058400" cy="3395442"/>
        </p:xfrm>
        <a:graphic>
          <a:graphicData uri="http://schemas.openxmlformats.org/drawingml/2006/table">
            <a:tbl>
              <a:tblPr>
                <a:noFill/>
                <a:tableStyleId>{707D7D83-63CE-4999-9320-2506F30E283A}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Câu</a:t>
                      </a:r>
                      <a:endParaRPr sz="1400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Mục đích</a:t>
                      </a:r>
                      <a:endParaRPr sz="1400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Kỹ thuật SQL</a:t>
                      </a:r>
                      <a:endParaRPr sz="14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Bảng sử dụng</a:t>
                      </a:r>
                      <a:endParaRPr sz="14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6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Khoa có từ 3 bác sĩ trở lên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GROUP BY, HAVING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Khoa, BacSi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7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Số lịch khám của từng bác sĩ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LEFT JOIN, GROUP BY, ORDER BY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BacSi, LichKham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8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Thuốc giá cao hơn giá trung bình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Subquery, AVG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Thuoc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9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Tổng tiền thuốc theo đơn thuốc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JOIN, SUM, GROUP BY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DonThuoc, ChiTietDonThuoc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10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Doanh thu hóa đơn đã thanh toán theo tháng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SUM, COUNT, GROUP BY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HoaDon</a:t>
                      </a:r>
                      <a:endParaRPr sz="130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E7E3-A8CD-A625-F4D1-3C17287BF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50" y="772250"/>
            <a:ext cx="5745600" cy="2332800"/>
          </a:xfrm>
        </p:spPr>
        <p:txBody>
          <a:bodyPr wrap="square" anchor="ctr">
            <a:normAutofit/>
          </a:bodyPr>
          <a:lstStyle/>
          <a:p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1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0B1EF64-E5B8-B570-7E42-205AC0F7F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150" y="2550560"/>
            <a:ext cx="5745600" cy="2724300"/>
          </a:xfrm>
        </p:spPr>
        <p:txBody>
          <a:bodyPr>
            <a:normAutofit fontScale="92500" lnSpcReduction="10000"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Danh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sách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bác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sĩ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tên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khoa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SELECT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BS.MaBS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BS.HoTen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BS.GioiTinh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BS.SDT,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K.TenKhoa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BacSi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BS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JOIN Khoa K ON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BS.MaKhoa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K.MaKhoa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3" name="Hình 4.1. Kết quả truy vấn 1" descr="Hình 4.1. Kết quả truy vấn 1" title="Hình 4.1. Kết quả truy vấn 1">
            <a:extLst>
              <a:ext uri="{FF2B5EF4-FFF2-40B4-BE49-F238E27FC236}">
                <a16:creationId xmlns:a16="http://schemas.microsoft.com/office/drawing/2014/main" id="{A33F446C-1DCF-0A08-F0A6-D5AC73D4A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09375" y="1366664"/>
            <a:ext cx="4984500" cy="4124672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25408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E7E3-A8CD-A625-F4D1-3C17287BF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50" y="772250"/>
            <a:ext cx="5745600" cy="2332800"/>
          </a:xfrm>
        </p:spPr>
        <p:txBody>
          <a:bodyPr wrap="square" anchor="ctr">
            <a:normAutofit/>
          </a:bodyPr>
          <a:lstStyle/>
          <a:p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2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0B1EF64-E5B8-B570-7E42-205AC0F7F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9221" y="2632753"/>
            <a:ext cx="5745600" cy="2724300"/>
          </a:xfrm>
        </p:spPr>
        <p:txBody>
          <a:bodyPr>
            <a:normAutofit fontScale="85000" lnSpcReduction="20000"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Hiển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thị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lịch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khám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bệnh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nhân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SELECT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LK.MaLK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BN.HoTen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TenBenhNhan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BS.HoTen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TenBacSi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LK.ThoiGianKham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LK.LyDo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LK.TrangThai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LichKham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LK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JOIN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BenhNhan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BN ON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LK.MaBN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BN.MaBN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JOIN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BacSi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BS ON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LK.MaBS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BS.MaBS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Hình 4.2. Kết quả truy vấn 2" descr="Hình 4.2. Kết quả truy vấn 2" title="Hình 4.2. Kết quả truy vấn 2">
            <a:extLst>
              <a:ext uri="{FF2B5EF4-FFF2-40B4-BE49-F238E27FC236}">
                <a16:creationId xmlns:a16="http://schemas.microsoft.com/office/drawing/2014/main" id="{7DC83F2D-B004-3D8F-9804-43C67A69AA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22919" y="772250"/>
            <a:ext cx="6236200" cy="512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340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E7E3-A8CD-A625-F4D1-3C17287BF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50" y="772250"/>
            <a:ext cx="5745600" cy="2332800"/>
          </a:xfrm>
        </p:spPr>
        <p:txBody>
          <a:bodyPr wrap="square" anchor="ctr">
            <a:normAutofit/>
          </a:bodyPr>
          <a:lstStyle/>
          <a:p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0B1EF64-E5B8-B570-7E42-205AC0F7F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150" y="2971800"/>
            <a:ext cx="5745600" cy="2724300"/>
          </a:xfrm>
        </p:spPr>
        <p:txBody>
          <a:bodyPr wrap="square" anchor="t">
            <a:normAutofit/>
          </a:bodyPr>
          <a:lstStyle/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err="1">
                <a:effectLst/>
              </a:rPr>
              <a:t>Tìm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các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lịch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khám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đang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chờ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khám</a:t>
            </a:r>
            <a:endParaRPr lang="en-US">
              <a:effectLst/>
            </a:endParaRP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>
                <a:effectLst/>
              </a:rPr>
              <a:t>SELECT *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>
                <a:effectLst/>
              </a:rPr>
              <a:t>FROM </a:t>
            </a:r>
            <a:r>
              <a:rPr lang="en-US" err="1">
                <a:effectLst/>
              </a:rPr>
              <a:t>LichKham</a:t>
            </a:r>
            <a:endParaRPr lang="en-US">
              <a:effectLst/>
            </a:endParaRP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>
                <a:effectLst/>
              </a:rPr>
              <a:t>WHERE </a:t>
            </a:r>
            <a:r>
              <a:rPr lang="en-US" err="1">
                <a:effectLst/>
              </a:rPr>
              <a:t>TrangThai</a:t>
            </a:r>
            <a:r>
              <a:rPr lang="en-US">
                <a:effectLst/>
              </a:rPr>
              <a:t> = </a:t>
            </a:r>
            <a:r>
              <a:rPr lang="en-US" err="1">
                <a:effectLst/>
              </a:rPr>
              <a:t>N'Chờ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khám</a:t>
            </a:r>
            <a:r>
              <a:rPr lang="en-US">
                <a:effectLst/>
              </a:rPr>
              <a:t>'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>
                <a:effectLst/>
              </a:rPr>
              <a:t>ORDER BY </a:t>
            </a:r>
            <a:r>
              <a:rPr lang="en-US" err="1">
                <a:effectLst/>
              </a:rPr>
              <a:t>ThoiGianKham</a:t>
            </a:r>
            <a:r>
              <a:rPr lang="en-US">
                <a:effectLst/>
              </a:rPr>
              <a:t> ASC;</a:t>
            </a:r>
          </a:p>
        </p:txBody>
      </p:sp>
      <p:pic>
        <p:nvPicPr>
          <p:cNvPr id="6" name="Hình 4.3. Kết quả truy vấn 3" descr="Hình 4.3. Kết quả truy vấn 3" title="Hình 4.3. Kết quả truy vấn 3">
            <a:extLst>
              <a:ext uri="{FF2B5EF4-FFF2-40B4-BE49-F238E27FC236}">
                <a16:creationId xmlns:a16="http://schemas.microsoft.com/office/drawing/2014/main" id="{CDD79C46-2D79-8685-3AAE-C93BA85EE5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850"/>
          <a:stretch>
            <a:fillRect/>
          </a:stretch>
        </p:blipFill>
        <p:spPr bwMode="auto">
          <a:xfrm>
            <a:off x="6809375" y="320850"/>
            <a:ext cx="4984500" cy="62163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969349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11BA-FA0C-7DE1-27FB-769B65148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err="1"/>
              <a:t>Truy</a:t>
            </a:r>
            <a:r>
              <a:rPr lang="en-US" sz="3500"/>
              <a:t> </a:t>
            </a:r>
            <a:r>
              <a:rPr lang="en-US" sz="3500" err="1"/>
              <a:t>vấn</a:t>
            </a:r>
            <a:r>
              <a:rPr lang="en-US" sz="3500"/>
              <a:t>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B3643-02CE-3B76-A3AA-701046F6194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15600" y="1547367"/>
            <a:ext cx="5489850" cy="4352544"/>
          </a:xfrm>
        </p:spPr>
        <p:txBody>
          <a:bodyPr anchor="t">
            <a:normAutofit/>
          </a:bodyPr>
          <a:lstStyle/>
          <a:p>
            <a:pPr marL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Tìm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bệnh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nhân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khám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trong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1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khoảng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thời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gian</a:t>
            </a:r>
            <a:endParaRPr lang="en-US" sz="1700" b="0" i="0" u="none" strike="noStrike" cap="none" spc="0" dirty="0">
              <a:solidFill>
                <a:schemeClr val="dk1"/>
              </a:solidFill>
              <a:effectLst/>
            </a:endParaRPr>
          </a:p>
          <a:p>
            <a:pPr marL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SELECT DISTINCT</a:t>
            </a:r>
          </a:p>
          <a:p>
            <a:pPr marL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  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BN.MaBN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,</a:t>
            </a:r>
          </a:p>
          <a:p>
            <a:pPr marL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  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BN.HoTen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,</a:t>
            </a:r>
          </a:p>
          <a:p>
            <a:pPr marL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  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BN.NgaySinh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,</a:t>
            </a:r>
          </a:p>
          <a:p>
            <a:pPr marL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   BN.SDT</a:t>
            </a:r>
          </a:p>
          <a:p>
            <a:pPr marL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FROM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BenhNhan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BN</a:t>
            </a:r>
          </a:p>
          <a:p>
            <a:pPr marL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JOIN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LichKham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LK ON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BN.MaBN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=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LK.MaBN</a:t>
            </a:r>
            <a:endParaRPr lang="en-US" sz="1700" b="0" i="0" u="none" strike="noStrike" cap="none" spc="0" dirty="0">
              <a:solidFill>
                <a:schemeClr val="dk1"/>
              </a:solidFill>
              <a:effectLst/>
            </a:endParaRPr>
          </a:p>
          <a:p>
            <a:pPr marL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WHERE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LK.TrangThai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=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N'Đã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khám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'</a:t>
            </a:r>
          </a:p>
          <a:p>
            <a:pPr marL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 AND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LK.ThoiGianKham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&gt;= '20260101'</a:t>
            </a:r>
          </a:p>
          <a:p>
            <a:pPr marL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 AND </a:t>
            </a:r>
            <a:r>
              <a:rPr lang="en-US" sz="1700" b="0" i="0" u="none" strike="noStrike" cap="none" spc="0" dirty="0" err="1">
                <a:solidFill>
                  <a:schemeClr val="dk1"/>
                </a:solidFill>
                <a:effectLst/>
              </a:rPr>
              <a:t>LK.ThoiGianKham</a:t>
            </a:r>
            <a:r>
              <a:rPr lang="en-US" sz="1700" b="0" i="0" u="none" strike="noStrike" cap="none" spc="0" dirty="0">
                <a:solidFill>
                  <a:schemeClr val="dk1"/>
                </a:solidFill>
                <a:effectLst/>
              </a:rPr>
              <a:t> &lt; '20270101';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 sz="1700" b="0" i="0" u="none" strike="noStrike" cap="none" spc="0" dirty="0">
              <a:solidFill>
                <a:schemeClr val="dk1"/>
              </a:solidFill>
            </a:endParaRPr>
          </a:p>
        </p:txBody>
      </p:sp>
      <p:pic>
        <p:nvPicPr>
          <p:cNvPr id="5" name="Hình 4.4. Kết quả truy vấn 4" descr="Hình 4.4. Kết quả truy vấn 4" title="Hình 4.4. Kết quả truy vấn 4">
            <a:extLst>
              <a:ext uri="{FF2B5EF4-FFF2-40B4-BE49-F238E27FC236}">
                <a16:creationId xmlns:a16="http://schemas.microsoft.com/office/drawing/2014/main" id="{A0311E1E-00D4-E092-B92A-7901333759B3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t="2119" r="3" b="3"/>
          <a:stretch>
            <a:fillRect/>
          </a:stretch>
        </p:blipFill>
        <p:spPr bwMode="auto">
          <a:xfrm>
            <a:off x="6286449" y="1356866"/>
            <a:ext cx="5759913" cy="47665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82961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E7E3-A8CD-A625-F4D1-3C17287BF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50" y="772250"/>
            <a:ext cx="5745600" cy="2332800"/>
          </a:xfrm>
        </p:spPr>
        <p:txBody>
          <a:bodyPr wrap="square" anchor="ctr">
            <a:normAutofit/>
          </a:bodyPr>
          <a:lstStyle/>
          <a:p>
            <a:r>
              <a:rPr lang="en-US"/>
              <a:t>Truy vấn 5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0B1EF64-E5B8-B570-7E42-205AC0F7F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150" y="2971800"/>
            <a:ext cx="5745600" cy="2724300"/>
          </a:xfrm>
        </p:spPr>
        <p:txBody>
          <a:bodyPr wrap="square" anchor="t">
            <a:normAutofit/>
          </a:bodyPr>
          <a:lstStyle/>
          <a:p>
            <a:pPr marL="0" marR="0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700" err="1"/>
              <a:t>Đếm</a:t>
            </a:r>
            <a:r>
              <a:rPr lang="en-US" sz="1700"/>
              <a:t> </a:t>
            </a:r>
            <a:r>
              <a:rPr lang="en-US" sz="1700" err="1"/>
              <a:t>số</a:t>
            </a:r>
            <a:r>
              <a:rPr lang="en-US" sz="1700"/>
              <a:t> </a:t>
            </a:r>
            <a:r>
              <a:rPr lang="en-US" sz="1700" err="1"/>
              <a:t>bác</a:t>
            </a:r>
            <a:r>
              <a:rPr lang="en-US" sz="1700"/>
              <a:t> </a:t>
            </a:r>
            <a:r>
              <a:rPr lang="en-US" sz="1700" err="1"/>
              <a:t>sĩ</a:t>
            </a:r>
            <a:r>
              <a:rPr lang="en-US" sz="1700"/>
              <a:t> </a:t>
            </a:r>
            <a:r>
              <a:rPr lang="en-US" sz="1700" err="1"/>
              <a:t>của</a:t>
            </a:r>
            <a:r>
              <a:rPr lang="en-US" sz="1700"/>
              <a:t> </a:t>
            </a:r>
            <a:r>
              <a:rPr lang="en-US" sz="1700" err="1"/>
              <a:t>từng</a:t>
            </a:r>
            <a:r>
              <a:rPr lang="en-US" sz="1700"/>
              <a:t> khoa</a:t>
            </a:r>
          </a:p>
          <a:p>
            <a:pPr marL="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>
                <a:effectLst/>
              </a:rPr>
              <a:t>SELECT </a:t>
            </a:r>
          </a:p>
          <a:p>
            <a:pPr marL="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>
                <a:effectLst/>
              </a:rPr>
              <a:t>    </a:t>
            </a:r>
            <a:r>
              <a:rPr lang="en-US" sz="1700" err="1">
                <a:effectLst/>
              </a:rPr>
              <a:t>K.MaKhoa</a:t>
            </a:r>
            <a:r>
              <a:rPr lang="en-US" sz="1700">
                <a:effectLst/>
              </a:rPr>
              <a:t>,</a:t>
            </a:r>
          </a:p>
          <a:p>
            <a:pPr marL="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>
                <a:effectLst/>
              </a:rPr>
              <a:t>    </a:t>
            </a:r>
            <a:r>
              <a:rPr lang="en-US" sz="1700" err="1">
                <a:effectLst/>
              </a:rPr>
              <a:t>K.TenKhoa</a:t>
            </a:r>
            <a:r>
              <a:rPr lang="en-US" sz="1700">
                <a:effectLst/>
              </a:rPr>
              <a:t>,</a:t>
            </a:r>
          </a:p>
          <a:p>
            <a:pPr marL="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>
                <a:effectLst/>
              </a:rPr>
              <a:t>    COUNT(</a:t>
            </a:r>
            <a:r>
              <a:rPr lang="en-US" sz="1700" err="1">
                <a:effectLst/>
              </a:rPr>
              <a:t>BS.MaBS</a:t>
            </a:r>
            <a:r>
              <a:rPr lang="en-US" sz="1700">
                <a:effectLst/>
              </a:rPr>
              <a:t>) AS </a:t>
            </a:r>
            <a:r>
              <a:rPr lang="en-US" sz="1700" err="1">
                <a:effectLst/>
              </a:rPr>
              <a:t>SoLuongBacSi</a:t>
            </a:r>
            <a:endParaRPr lang="en-US" sz="1700">
              <a:effectLst/>
            </a:endParaRPr>
          </a:p>
          <a:p>
            <a:pPr marL="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>
                <a:effectLst/>
              </a:rPr>
              <a:t>FROM Khoa K</a:t>
            </a:r>
          </a:p>
          <a:p>
            <a:pPr marL="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>
                <a:effectLst/>
              </a:rPr>
              <a:t>LEFT JOIN </a:t>
            </a:r>
            <a:r>
              <a:rPr lang="en-US" sz="1700" err="1">
                <a:effectLst/>
              </a:rPr>
              <a:t>BacSi</a:t>
            </a:r>
            <a:r>
              <a:rPr lang="en-US" sz="1700">
                <a:effectLst/>
              </a:rPr>
              <a:t> BS ON </a:t>
            </a:r>
            <a:r>
              <a:rPr lang="en-US" sz="1700" err="1">
                <a:effectLst/>
              </a:rPr>
              <a:t>K.MaKhoa</a:t>
            </a:r>
            <a:r>
              <a:rPr lang="en-US" sz="1700">
                <a:effectLst/>
              </a:rPr>
              <a:t> = </a:t>
            </a:r>
            <a:r>
              <a:rPr lang="en-US" sz="1700" err="1">
                <a:effectLst/>
              </a:rPr>
              <a:t>BS.MaKhoa</a:t>
            </a:r>
            <a:endParaRPr lang="en-US" sz="1700">
              <a:effectLst/>
            </a:endParaRPr>
          </a:p>
          <a:p>
            <a:pPr marL="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>
                <a:effectLst/>
              </a:rPr>
              <a:t>GROUP BY </a:t>
            </a:r>
            <a:r>
              <a:rPr lang="en-US" sz="1700" err="1">
                <a:effectLst/>
              </a:rPr>
              <a:t>K.MaKhoa</a:t>
            </a:r>
            <a:r>
              <a:rPr lang="en-US" sz="1700">
                <a:effectLst/>
              </a:rPr>
              <a:t>, </a:t>
            </a:r>
            <a:r>
              <a:rPr lang="en-US" sz="1700" err="1">
                <a:effectLst/>
              </a:rPr>
              <a:t>K.TenKhoa</a:t>
            </a:r>
            <a:r>
              <a:rPr lang="en-US" sz="1700">
                <a:effectLst/>
              </a:rPr>
              <a:t>;</a:t>
            </a:r>
          </a:p>
          <a:p>
            <a:pPr marL="0" marR="0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endParaRPr lang="en-US" sz="1700">
              <a:effectLst/>
            </a:endParaRPr>
          </a:p>
        </p:txBody>
      </p:sp>
      <p:pic>
        <p:nvPicPr>
          <p:cNvPr id="3" name="Hình 4.5. Kết quả truy vấn 5" descr="Hình 4.5. Kết quả truy vấn 5" title="Hình 4.5. Kết quả truy vấn 5">
            <a:extLst>
              <a:ext uri="{FF2B5EF4-FFF2-40B4-BE49-F238E27FC236}">
                <a16:creationId xmlns:a16="http://schemas.microsoft.com/office/drawing/2014/main" id="{65AF6B31-81F2-CCCF-3D6F-55A4E5F13B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8" r="31872" b="2"/>
          <a:stretch>
            <a:fillRect/>
          </a:stretch>
        </p:blipFill>
        <p:spPr bwMode="auto">
          <a:xfrm>
            <a:off x="6809375" y="320850"/>
            <a:ext cx="4984500" cy="62163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86038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"/>
          <p:cNvSpPr txBox="1">
            <a:spLocks noGrp="1"/>
          </p:cNvSpPr>
          <p:nvPr>
            <p:ph type="title"/>
          </p:nvPr>
        </p:nvSpPr>
        <p:spPr>
          <a:xfrm>
            <a:off x="1023125" y="877838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Hai View.</a:t>
            </a:r>
            <a:endParaRPr/>
          </a:p>
        </p:txBody>
      </p:sp>
      <p:sp>
        <p:nvSpPr>
          <p:cNvPr id="595" name="Google Shape;595;p29"/>
          <p:cNvSpPr txBox="1">
            <a:spLocks noGrp="1"/>
          </p:cNvSpPr>
          <p:nvPr>
            <p:ph type="body" idx="1"/>
          </p:nvPr>
        </p:nvSpPr>
        <p:spPr>
          <a:xfrm>
            <a:off x="1023113" y="2133550"/>
            <a:ext cx="476280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vw_​Danh​Sach​Lich​Kham</a:t>
            </a: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Nối LichKham, BenhNhan, BacSi và Khoa để xem lịch khám chi tiết: bệnh nhân, bác sĩ, khoa, thời gian, lý do, trạng thái.</a:t>
            </a:r>
            <a:endParaRPr sz="17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Ví dụ: lọc các lịch ở trạng thái Chờ khám.</a:t>
            </a:r>
            <a:endParaRPr sz="1700"/>
          </a:p>
        </p:txBody>
      </p:sp>
      <p:sp>
        <p:nvSpPr>
          <p:cNvPr id="596" name="Google Shape;596;p29"/>
          <p:cNvSpPr txBox="1">
            <a:spLocks noGrp="1"/>
          </p:cNvSpPr>
          <p:nvPr>
            <p:ph type="body" idx="2"/>
          </p:nvPr>
        </p:nvSpPr>
        <p:spPr>
          <a:xfrm>
            <a:off x="6406088" y="2133550"/>
            <a:ext cx="393192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vw_​Thong​Ke​Hoa​Don​Benh​Nhan</a:t>
            </a: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Nối BenhNhan, LichKham, HoSoBenhAn và HoaDon để thống kê hóa đơn theo từng bệnh nhân.</a:t>
            </a:r>
            <a:endParaRPr sz="17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Ví dụ: lọc các hóa đơn Chưa thanh toán.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2D45-14D2-A5D4-0FF3-9A8C0CE8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799" y="320850"/>
            <a:ext cx="11025019" cy="265440"/>
          </a:xfrm>
        </p:spPr>
        <p:txBody>
          <a:bodyPr>
            <a:noAutofit/>
          </a:bodyPr>
          <a:lstStyle/>
          <a:p>
            <a:r>
              <a:rPr lang="en-US" sz="4000" dirty="0"/>
              <a:t>View  1 </a:t>
            </a:r>
            <a:r>
              <a:rPr lang="en-US" sz="4000" dirty="0" err="1"/>
              <a:t>danh</a:t>
            </a:r>
            <a:r>
              <a:rPr lang="en-US" sz="4000" dirty="0"/>
              <a:t> </a:t>
            </a:r>
            <a:r>
              <a:rPr lang="en-US" sz="4000" dirty="0" err="1"/>
              <a:t>sách</a:t>
            </a:r>
            <a:r>
              <a:rPr lang="en-US" sz="4000" dirty="0"/>
              <a:t> </a:t>
            </a:r>
            <a:r>
              <a:rPr lang="en-US" sz="4000" dirty="0" err="1"/>
              <a:t>lịch</a:t>
            </a:r>
            <a:r>
              <a:rPr lang="en-US" sz="4000" dirty="0"/>
              <a:t> </a:t>
            </a:r>
            <a:r>
              <a:rPr lang="en-US" sz="4000" dirty="0" err="1"/>
              <a:t>khám</a:t>
            </a:r>
            <a:r>
              <a:rPr lang="en-US" sz="4000" dirty="0"/>
              <a:t> chi </a:t>
            </a:r>
            <a:r>
              <a:rPr lang="en-US" sz="4000" dirty="0" err="1"/>
              <a:t>tiết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3AAA1-3437-4910-8810-80EB5B469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6031" y="812577"/>
            <a:ext cx="8477029" cy="4930677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CREATE VIEW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vw_DanhSachLichKham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AS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SELECT 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LK.MaLK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BN.MaBN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BN.HoTen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TenBenhNhan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BS.MaBS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BS.HoTen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TenBacSi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K.TenKhoa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LK.ThoiGianKham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LK.LyDo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LK.TrangThai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LichKham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LK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JOIN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BenhNhan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BN ON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LK.MaBN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BN.MaBN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JOIN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BacSi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BS ON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LK.MaBS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BS.MaBS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JOIN Khoa K ON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BS.MaKhoa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K.MaKhoa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GO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SELECT *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vw_DanhSachLichKham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SELECT *</a:t>
            </a:r>
            <a:endParaRPr lang="en-US" sz="4800" dirty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vw_DanhSachLichKham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TrangThai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N'Chờ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khám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';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sz="100" dirty="0"/>
          </a:p>
        </p:txBody>
      </p:sp>
      <p:pic>
        <p:nvPicPr>
          <p:cNvPr id="5" name="Hình 4.11. Kết quả view 1" descr="Hình 4.11. Kết quả view 1" title="Hình 4.11. Kết quả view 1">
            <a:extLst>
              <a:ext uri="{FF2B5EF4-FFF2-40B4-BE49-F238E27FC236}">
                <a16:creationId xmlns:a16="http://schemas.microsoft.com/office/drawing/2014/main" id="{8D364B92-0E88-40B3-D62B-35E891A45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95638" y="963630"/>
            <a:ext cx="6496362" cy="529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8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2D45-14D2-A5D4-0FF3-9A8C0CE8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799" y="320850"/>
            <a:ext cx="11025019" cy="265440"/>
          </a:xfrm>
        </p:spPr>
        <p:txBody>
          <a:bodyPr>
            <a:noAutofit/>
          </a:bodyPr>
          <a:lstStyle/>
          <a:p>
            <a:r>
              <a:rPr lang="en-US" sz="4000" dirty="0"/>
              <a:t>View 2 </a:t>
            </a:r>
            <a:r>
              <a:rPr lang="en-US" sz="4000" dirty="0" err="1"/>
              <a:t>thống</a:t>
            </a:r>
            <a:r>
              <a:rPr lang="en-US" sz="4000" dirty="0"/>
              <a:t> </a:t>
            </a:r>
            <a:r>
              <a:rPr lang="en-US" sz="4000" dirty="0" err="1"/>
              <a:t>kê</a:t>
            </a:r>
            <a:r>
              <a:rPr lang="en-US" sz="4000" dirty="0"/>
              <a:t> </a:t>
            </a:r>
            <a:r>
              <a:rPr lang="en-US" sz="4000" dirty="0" err="1"/>
              <a:t>hóa</a:t>
            </a:r>
            <a:r>
              <a:rPr lang="en-US" sz="4000" dirty="0"/>
              <a:t> </a:t>
            </a:r>
            <a:r>
              <a:rPr lang="en-US" sz="4000" dirty="0" err="1"/>
              <a:t>đơn</a:t>
            </a:r>
            <a:r>
              <a:rPr lang="en-US" sz="4000" dirty="0"/>
              <a:t> </a:t>
            </a:r>
            <a:r>
              <a:rPr lang="en-US" sz="4000" dirty="0" err="1"/>
              <a:t>bệnh</a:t>
            </a:r>
            <a:r>
              <a:rPr lang="en-US" sz="4000" dirty="0"/>
              <a:t> </a:t>
            </a:r>
            <a:r>
              <a:rPr lang="en-US" sz="4000" dirty="0" err="1"/>
              <a:t>nhân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3AAA1-3437-4910-8810-80EB5B469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6031" y="812577"/>
            <a:ext cx="8477029" cy="4930677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CREATE VIEW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vw_ThongKeHoaDonBenhNhan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AS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SELECT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BN.MaBN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BN.HoTen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TenBenhNhan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BA.MaBA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HD.MaHD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HD.NgayLap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HD.TongTien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HD.TrangThai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BenhNhan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BN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LEFT JOIN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LichKham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LK ON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BN.MaBN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LK.MaBN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LEFT JOIN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HoSoBenhAn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BA ON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LK.MaLK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BA.MaLK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LEFT JOIN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HoaDon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HD ON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BA.MaBA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HD.MaBA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GO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SELECT *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vw_ThongKeHoaDonBenhNhan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SELECT *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vw_ThongKeHoaDonBenhNhan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TrangThai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N'Chưa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thanh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toán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';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Hình 4.12. Kết quả view 2" descr="Hình 4.12. Kết quả view 2" title="Hình 4.12. Kết quả view 2">
            <a:extLst>
              <a:ext uri="{FF2B5EF4-FFF2-40B4-BE49-F238E27FC236}">
                <a16:creationId xmlns:a16="http://schemas.microsoft.com/office/drawing/2014/main" id="{6D865A91-9D8A-9F23-30BF-B2B3AC0BC5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39838" y="824688"/>
            <a:ext cx="5751176" cy="58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5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/>
          <p:cNvSpPr txBox="1">
            <a:spLocks noGrp="1"/>
          </p:cNvSpPr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 và Stored Procedure</a:t>
            </a:r>
            <a:endParaRPr/>
          </a:p>
        </p:txBody>
      </p:sp>
      <p:sp>
        <p:nvSpPr>
          <p:cNvPr id="554" name="Google Shape;554;p24"/>
          <p:cNvSpPr txBox="1">
            <a:spLocks noGrp="1"/>
          </p:cNvSpPr>
          <p:nvPr>
            <p:ph type="body" idx="1"/>
          </p:nvPr>
        </p:nvSpPr>
        <p:spPr>
          <a:xfrm>
            <a:off x="1614900" y="3977575"/>
            <a:ext cx="8962200" cy="193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Người 4: tạo 2 Index tối ưu tìm kiếm lịch khám và 2 Stored Procedure có tham số đầu vào.</a:t>
            </a:r>
            <a:endParaRPr dirty="0"/>
          </a:p>
        </p:txBody>
      </p:sp>
      <p:sp>
        <p:nvSpPr>
          <p:cNvPr id="555" name="Google Shape;555;p24"/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"/>
          <p:cNvSpPr txBox="1">
            <a:spLocks noGrp="1"/>
          </p:cNvSpPr>
          <p:nvPr>
            <p:ph type="title"/>
          </p:nvPr>
        </p:nvSpPr>
        <p:spPr>
          <a:xfrm>
            <a:off x="1023113" y="180542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Index</a:t>
            </a:r>
            <a:endParaRPr dirty="0"/>
          </a:p>
        </p:txBody>
      </p:sp>
      <p:sp>
        <p:nvSpPr>
          <p:cNvPr id="595" name="Google Shape;595;p29"/>
          <p:cNvSpPr txBox="1">
            <a:spLocks noGrp="1"/>
          </p:cNvSpPr>
          <p:nvPr>
            <p:ph type="body" idx="1"/>
          </p:nvPr>
        </p:nvSpPr>
        <p:spPr>
          <a:xfrm>
            <a:off x="550502" y="1393810"/>
            <a:ext cx="476280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IX_​Lich​Kham_​Thoi​Gian​Kham</a:t>
            </a:r>
            <a:endParaRPr sz="20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Khóa: ThoiGianKham. INCLUDE: MaBN, MaBS, TrangThai.</a:t>
            </a:r>
            <a:endParaRPr sz="17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Tăng tốc tra cứu và thống kê lịch khám theo khoảng thời gian.</a:t>
            </a:r>
            <a:endParaRPr sz="1700" dirty="0"/>
          </a:p>
        </p:txBody>
      </p:sp>
      <p:sp>
        <p:nvSpPr>
          <p:cNvPr id="596" name="Google Shape;596;p29"/>
          <p:cNvSpPr txBox="1">
            <a:spLocks noGrp="1"/>
          </p:cNvSpPr>
          <p:nvPr>
            <p:ph type="body" idx="2"/>
          </p:nvPr>
        </p:nvSpPr>
        <p:spPr>
          <a:xfrm>
            <a:off x="6395813" y="1393810"/>
            <a:ext cx="393192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IX_​Lich​Kham_​Ma​BN_​Thoi​Gian​Kham</a:t>
            </a:r>
            <a:endParaRPr sz="20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Khóa: MaBN, ThoiGianKham giảm dần. INCLUDE: MaLK, MaBS, TrangThai.</a:t>
            </a:r>
            <a:endParaRPr sz="17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Tăng tốc xem lịch sử khám của một bệnh nhân, lần khám mới nhất trước.</a:t>
            </a:r>
            <a:endParaRPr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0"/>
          <p:cNvSpPr txBox="1">
            <a:spLocks noGrp="1"/>
          </p:cNvSpPr>
          <p:nvPr>
            <p:ph type="title"/>
          </p:nvPr>
        </p:nvSpPr>
        <p:spPr>
          <a:xfrm>
            <a:off x="659700" y="603600"/>
            <a:ext cx="108726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Hai Stored Procedure.</a:t>
            </a:r>
            <a:endParaRPr/>
          </a:p>
        </p:txBody>
      </p:sp>
      <p:sp>
        <p:nvSpPr>
          <p:cNvPr id="782" name="Google Shape;782;p40"/>
          <p:cNvSpPr txBox="1">
            <a:spLocks noGrp="1"/>
          </p:cNvSpPr>
          <p:nvPr>
            <p:ph type="body" idx="1"/>
          </p:nvPr>
        </p:nvSpPr>
        <p:spPr>
          <a:xfrm>
            <a:off x="659650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sp_​Tra​Cuu​Lich​Kham: tham số tùy chọn @MaBN, @TuNgay, @DenNgay, @TrangThai; trả về lịch khám kèm bệnh nhân, bác sĩ, khoa.</a:t>
            </a:r>
            <a:endParaRPr/>
          </a:p>
        </p:txBody>
      </p:sp>
      <p:sp>
        <p:nvSpPr>
          <p:cNvPr id="783" name="Google Shape;783;p40"/>
          <p:cNvSpPr txBox="1">
            <a:spLocks noGrp="1"/>
          </p:cNvSpPr>
          <p:nvPr>
            <p:ph type="subTitle" idx="2"/>
          </p:nvPr>
        </p:nvSpPr>
        <p:spPr>
          <a:xfrm>
            <a:off x="659663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 cứu lịch khám</a:t>
            </a:r>
            <a:endParaRPr/>
          </a:p>
        </p:txBody>
      </p:sp>
      <p:sp>
        <p:nvSpPr>
          <p:cNvPr id="784" name="Google Shape;784;p40"/>
          <p:cNvSpPr txBox="1">
            <a:spLocks noGrp="1"/>
          </p:cNvSpPr>
          <p:nvPr>
            <p:ph type="body" idx="3"/>
          </p:nvPr>
        </p:nvSpPr>
        <p:spPr>
          <a:xfrm>
            <a:off x="4438488" y="3826975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sp_​Thong​Ke​Luot​Kham​Theo​Khoa: tham số @TuNgay, @DenNgay; đếm tổng lượt và số lượt Đã khám của từng khoa.</a:t>
            </a:r>
            <a:endParaRPr/>
          </a:p>
        </p:txBody>
      </p:sp>
      <p:sp>
        <p:nvSpPr>
          <p:cNvPr id="785" name="Google Shape;785;p40"/>
          <p:cNvSpPr txBox="1">
            <a:spLocks noGrp="1"/>
          </p:cNvSpPr>
          <p:nvPr>
            <p:ph type="subTitle" idx="4"/>
          </p:nvPr>
        </p:nvSpPr>
        <p:spPr>
          <a:xfrm>
            <a:off x="4438500" y="3193605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Thống kê lượt khám</a:t>
            </a:r>
            <a:endParaRPr/>
          </a:p>
        </p:txBody>
      </p:sp>
      <p:sp>
        <p:nvSpPr>
          <p:cNvPr id="786" name="Google Shape;786;p40"/>
          <p:cNvSpPr txBox="1">
            <a:spLocks noGrp="1"/>
          </p:cNvSpPr>
          <p:nvPr>
            <p:ph type="body" idx="5"/>
          </p:nvPr>
        </p:nvSpPr>
        <p:spPr>
          <a:xfrm>
            <a:off x="8217327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Dùng THROW báo lỗi 50001 – 50003 khi thiếu ngày hoặc khi từ ngày lớn hơn đến ngày.</a:t>
            </a:r>
            <a:endParaRPr/>
          </a:p>
        </p:txBody>
      </p:sp>
      <p:sp>
        <p:nvSpPr>
          <p:cNvPr id="787" name="Google Shape;787;p40"/>
          <p:cNvSpPr txBox="1">
            <a:spLocks noGrp="1"/>
          </p:cNvSpPr>
          <p:nvPr>
            <p:ph type="subTitle" idx="6"/>
          </p:nvPr>
        </p:nvSpPr>
        <p:spPr>
          <a:xfrm>
            <a:off x="8217338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Kiểm tra đầu vào</a:t>
            </a:r>
            <a:endParaRPr/>
          </a:p>
        </p:txBody>
      </p:sp>
      <p:sp>
        <p:nvSpPr>
          <p:cNvPr id="788" name="Google Shape;788;p40"/>
          <p:cNvSpPr/>
          <p:nvPr/>
        </p:nvSpPr>
        <p:spPr>
          <a:xfrm>
            <a:off x="1886230" y="2144675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89" name="Google Shape;789;p40"/>
          <p:cNvSpPr/>
          <p:nvPr/>
        </p:nvSpPr>
        <p:spPr>
          <a:xfrm>
            <a:off x="5665055" y="2144675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90" name="Google Shape;790;p40"/>
          <p:cNvSpPr/>
          <p:nvPr/>
        </p:nvSpPr>
        <p:spPr>
          <a:xfrm>
            <a:off x="9443875" y="2144675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"/>
          <p:cNvSpPr txBox="1">
            <a:spLocks noGrp="1"/>
          </p:cNvSpPr>
          <p:nvPr>
            <p:ph type="title"/>
          </p:nvPr>
        </p:nvSpPr>
        <p:spPr>
          <a:xfrm>
            <a:off x="1023113" y="180542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</a:t>
            </a:r>
            <a:r>
              <a:rPr lang="en" dirty="0"/>
              <a:t>í dụ</a:t>
            </a:r>
            <a:br>
              <a:rPr lang="en" dirty="0"/>
            </a:br>
            <a:endParaRPr dirty="0"/>
          </a:p>
        </p:txBody>
      </p:sp>
      <p:sp>
        <p:nvSpPr>
          <p:cNvPr id="595" name="Google Shape;595;p29"/>
          <p:cNvSpPr txBox="1">
            <a:spLocks noGrp="1"/>
          </p:cNvSpPr>
          <p:nvPr>
            <p:ph type="body" idx="1"/>
          </p:nvPr>
        </p:nvSpPr>
        <p:spPr>
          <a:xfrm>
            <a:off x="550502" y="1393810"/>
            <a:ext cx="476280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IX_​Lich​Kham_​Thoi​Gian​Kham</a:t>
            </a:r>
            <a:endParaRPr sz="20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Khóa: ThoiGianKham. INCLUDE: MaBN, MaBS, TrangThai.</a:t>
            </a:r>
            <a:endParaRPr sz="17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Tăng tốc tra cứu và thống kê lịch khám theo khoảng thời gian.</a:t>
            </a:r>
            <a:endParaRPr sz="1700" dirty="0"/>
          </a:p>
        </p:txBody>
      </p:sp>
      <p:sp>
        <p:nvSpPr>
          <p:cNvPr id="596" name="Google Shape;596;p29"/>
          <p:cNvSpPr txBox="1">
            <a:spLocks noGrp="1"/>
          </p:cNvSpPr>
          <p:nvPr>
            <p:ph type="body" idx="2"/>
          </p:nvPr>
        </p:nvSpPr>
        <p:spPr>
          <a:xfrm>
            <a:off x="6395813" y="1393810"/>
            <a:ext cx="393192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IX_​Lich​Kham_​Ma​BN_​Thoi​Gian​Kham</a:t>
            </a:r>
            <a:endParaRPr sz="20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Khóa: MaBN, ThoiGianKham giảm dần. INCLUDE: MaLK, MaBS, TrangThai.</a:t>
            </a:r>
            <a:endParaRPr sz="17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Tăng tốc xem lịch sử khám của một bệnh nhân, lần khám mới nhất trước.</a:t>
            </a:r>
            <a:endParaRPr sz="17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0D9556-8125-894F-DB05-32A20068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19" y="1393810"/>
            <a:ext cx="4647087" cy="36199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9D3871-F338-94FF-F484-E4944DE46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302" y="825687"/>
            <a:ext cx="6019094" cy="498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97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/>
          <p:cNvSpPr txBox="1">
            <a:spLocks noGrp="1"/>
          </p:cNvSpPr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Trigger, Backup và báo cáo</a:t>
            </a:r>
            <a:endParaRPr/>
          </a:p>
        </p:txBody>
      </p:sp>
      <p:sp>
        <p:nvSpPr>
          <p:cNvPr id="554" name="Google Shape;554;p24"/>
          <p:cNvSpPr txBox="1">
            <a:spLocks noGrp="1"/>
          </p:cNvSpPr>
          <p:nvPr>
            <p:ph type="body" idx="1"/>
          </p:nvPr>
        </p:nvSpPr>
        <p:spPr>
          <a:xfrm>
            <a:off x="1614900" y="3977575"/>
            <a:ext cx="8962200" cy="193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Người 5: trigger kiểm tra và tự tính dữ liệu, sao lưu/phục hồi, hoàn thiện báo cáo và slide.</a:t>
            </a:r>
            <a:endParaRPr dirty="0"/>
          </a:p>
        </p:txBody>
      </p:sp>
      <p:sp>
        <p:nvSpPr>
          <p:cNvPr id="555" name="Google Shape;555;p24"/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1"/>
          <p:cNvSpPr txBox="1">
            <a:spLocks noGrp="1"/>
          </p:cNvSpPr>
          <p:nvPr>
            <p:ph type="title"/>
          </p:nvPr>
        </p:nvSpPr>
        <p:spPr>
          <a:xfrm>
            <a:off x="444675" y="577600"/>
            <a:ext cx="8221500" cy="955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Bốn Trigger.</a:t>
            </a:r>
            <a:endParaRPr/>
          </a:p>
        </p:txBody>
      </p:sp>
      <p:sp>
        <p:nvSpPr>
          <p:cNvPr id="609" name="Google Shape;609;p31"/>
          <p:cNvSpPr txBox="1">
            <a:spLocks noGrp="1"/>
          </p:cNvSpPr>
          <p:nvPr>
            <p:ph type="subTitle" idx="1"/>
          </p:nvPr>
        </p:nvSpPr>
        <p:spPr>
          <a:xfrm>
            <a:off x="1063797" y="1953000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Trừ tồn kho thuốc</a:t>
            </a:r>
            <a:endParaRPr/>
          </a:p>
        </p:txBody>
      </p:sp>
      <p:sp>
        <p:nvSpPr>
          <p:cNvPr id="610" name="Google Shape;610;p31"/>
          <p:cNvSpPr txBox="1">
            <a:spLocks noGrp="1"/>
          </p:cNvSpPr>
          <p:nvPr>
            <p:ph type="body" idx="2"/>
          </p:nvPr>
        </p:nvSpPr>
        <p:spPr>
          <a:xfrm>
            <a:off x="1063829" y="2517456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ts val="1018"/>
              <a:buNone/>
            </a:pPr>
            <a:r>
              <a:rPr lang="en" sz="1400"/>
              <a:t>trg_​Chi​Tiet​Don​Thuoc_​Ton​Kho: trừ hoặc hoàn kho khi thêm, sửa, xóa; lỗi 51001 nếu không đủ tồn.</a:t>
            </a:r>
            <a:endParaRPr sz="1400"/>
          </a:p>
        </p:txBody>
      </p:sp>
      <p:sp>
        <p:nvSpPr>
          <p:cNvPr id="611" name="Google Shape;611;p31"/>
          <p:cNvSpPr txBox="1">
            <a:spLocks noGrp="1"/>
          </p:cNvSpPr>
          <p:nvPr>
            <p:ph type="subTitle" idx="3"/>
          </p:nvPr>
        </p:nvSpPr>
        <p:spPr>
          <a:xfrm>
            <a:off x="5168585" y="1953000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Tiền dịch vụ</a:t>
            </a:r>
            <a:endParaRPr/>
          </a:p>
        </p:txBody>
      </p:sp>
      <p:sp>
        <p:nvSpPr>
          <p:cNvPr id="612" name="Google Shape;612;p31"/>
          <p:cNvSpPr txBox="1">
            <a:spLocks noGrp="1"/>
          </p:cNvSpPr>
          <p:nvPr>
            <p:ph type="body" idx="4"/>
          </p:nvPr>
        </p:nvSpPr>
        <p:spPr>
          <a:xfrm>
            <a:off x="5168623" y="2517456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ts val="1018"/>
              <a:buNone/>
            </a:pPr>
            <a:r>
              <a:rPr lang="en" sz="1400"/>
              <a:t>trg_​Chi​Tiet​Dich​Vu_​Cap​Nhat​Tong​Tien: tính lại TongTien hóa đơn khi dịch vụ thay đổi.</a:t>
            </a:r>
            <a:endParaRPr sz="1400"/>
          </a:p>
        </p:txBody>
      </p:sp>
      <p:sp>
        <p:nvSpPr>
          <p:cNvPr id="613" name="Google Shape;613;p31"/>
          <p:cNvSpPr txBox="1">
            <a:spLocks noGrp="1"/>
          </p:cNvSpPr>
          <p:nvPr>
            <p:ph type="subTitle" idx="5"/>
          </p:nvPr>
        </p:nvSpPr>
        <p:spPr>
          <a:xfrm>
            <a:off x="1063724" y="4418146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Tiền thuốc</a:t>
            </a:r>
            <a:endParaRPr/>
          </a:p>
        </p:txBody>
      </p:sp>
      <p:sp>
        <p:nvSpPr>
          <p:cNvPr id="614" name="Google Shape;614;p31"/>
          <p:cNvSpPr txBox="1">
            <a:spLocks noGrp="1"/>
          </p:cNvSpPr>
          <p:nvPr>
            <p:ph type="body" idx="6"/>
          </p:nvPr>
        </p:nvSpPr>
        <p:spPr>
          <a:xfrm>
            <a:off x="1063768" y="4982602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ts val="1018"/>
              <a:buNone/>
            </a:pPr>
            <a:r>
              <a:rPr lang="en" sz="1400"/>
              <a:t>trg_​Chi​Tiet​Don​Thuoc_​Cap​Nhat​Tong​Tien: tính lại TongTien khi chi tiết đơn thuốc thay đổi.</a:t>
            </a:r>
            <a:endParaRPr sz="1400"/>
          </a:p>
        </p:txBody>
      </p:sp>
      <p:sp>
        <p:nvSpPr>
          <p:cNvPr id="615" name="Google Shape;615;p31"/>
          <p:cNvSpPr txBox="1">
            <a:spLocks noGrp="1"/>
          </p:cNvSpPr>
          <p:nvPr>
            <p:ph type="body" idx="7"/>
          </p:nvPr>
        </p:nvSpPr>
        <p:spPr>
          <a:xfrm>
            <a:off x="5168563" y="4982602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ts val="1018"/>
              <a:buNone/>
            </a:pPr>
            <a:r>
              <a:rPr lang="en" sz="1400"/>
              <a:t>trg_​Hoa​Don_​Khoi​Tao​Tong​Tien: tính TongTien ban đầu khi tạo hóa đơn hoặc đổi MaBA.</a:t>
            </a:r>
            <a:endParaRPr sz="1400"/>
          </a:p>
        </p:txBody>
      </p:sp>
      <p:sp>
        <p:nvSpPr>
          <p:cNvPr id="616" name="Google Shape;616;p31"/>
          <p:cNvSpPr txBox="1">
            <a:spLocks noGrp="1"/>
          </p:cNvSpPr>
          <p:nvPr>
            <p:ph type="subTitle" idx="8"/>
          </p:nvPr>
        </p:nvSpPr>
        <p:spPr>
          <a:xfrm>
            <a:off x="5168525" y="4418146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Tạo hóa đơn</a:t>
            </a:r>
            <a:endParaRPr/>
          </a:p>
        </p:txBody>
      </p:sp>
      <p:sp>
        <p:nvSpPr>
          <p:cNvPr id="617" name="Google Shape;617;p31"/>
          <p:cNvSpPr/>
          <p:nvPr/>
        </p:nvSpPr>
        <p:spPr>
          <a:xfrm>
            <a:off x="444663" y="206280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24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18" name="Google Shape;618;p31"/>
          <p:cNvSpPr/>
          <p:nvPr/>
        </p:nvSpPr>
        <p:spPr>
          <a:xfrm>
            <a:off x="444663" y="447305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24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19" name="Google Shape;619;p31"/>
          <p:cNvSpPr/>
          <p:nvPr/>
        </p:nvSpPr>
        <p:spPr>
          <a:xfrm>
            <a:off x="4561313" y="206280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24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20" name="Google Shape;620;p31"/>
          <p:cNvSpPr/>
          <p:nvPr/>
        </p:nvSpPr>
        <p:spPr>
          <a:xfrm>
            <a:off x="4561313" y="447305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 sz="24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2"/>
          <p:cNvSpPr txBox="1">
            <a:spLocks noGrp="1"/>
          </p:cNvSpPr>
          <p:nvPr>
            <p:ph type="title"/>
          </p:nvPr>
        </p:nvSpPr>
        <p:spPr>
          <a:xfrm>
            <a:off x="1160550" y="1060800"/>
            <a:ext cx="10264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Kiểm thử trigger.</a:t>
            </a:r>
            <a:endParaRPr/>
          </a:p>
        </p:txBody>
      </p:sp>
      <p:sp>
        <p:nvSpPr>
          <p:cNvPr id="813" name="Google Shape;813;p42"/>
          <p:cNvSpPr txBox="1">
            <a:spLocks noGrp="1"/>
          </p:cNvSpPr>
          <p:nvPr>
            <p:ph type="body" idx="1"/>
          </p:nvPr>
        </p:nvSpPr>
        <p:spPr>
          <a:xfrm>
            <a:off x="1160550" y="4961940"/>
            <a:ext cx="27231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/>
              <a:t>T1: đủ tồn thì trừ kho, tăng tiền. T2: vượt tồn thì lỗi 51001, dữ liệu giữ nguyên.</a:t>
            </a:r>
            <a:endParaRPr sz="1300"/>
          </a:p>
        </p:txBody>
      </p:sp>
      <p:sp>
        <p:nvSpPr>
          <p:cNvPr id="814" name="Google Shape;814;p42"/>
          <p:cNvSpPr txBox="1">
            <a:spLocks noGrp="1"/>
          </p:cNvSpPr>
          <p:nvPr>
            <p:ph type="body" idx="3"/>
          </p:nvPr>
        </p:nvSpPr>
        <p:spPr>
          <a:xfrm>
            <a:off x="4455010" y="4961939"/>
            <a:ext cx="27231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/>
              <a:t>T3: số lượng 0 lỗi 547, NULL lỗi 51002. T4: sửa tăng/giảm thì trừ/hoàn kho.</a:t>
            </a:r>
            <a:endParaRPr sz="1300"/>
          </a:p>
        </p:txBody>
      </p:sp>
      <p:sp>
        <p:nvSpPr>
          <p:cNvPr id="815" name="Google Shape;815;p42"/>
          <p:cNvSpPr txBox="1">
            <a:spLocks noGrp="1"/>
          </p:cNvSpPr>
          <p:nvPr>
            <p:ph type="body" idx="5"/>
          </p:nvPr>
        </p:nvSpPr>
        <p:spPr>
          <a:xfrm>
            <a:off x="7749486" y="4961955"/>
            <a:ext cx="27231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/>
              <a:t>T5: xóa chi tiết thì hoàn kho. T6: dịch vụ tính lại tiền. T7: hóa đơn mới HD04 = 306.000.</a:t>
            </a:r>
            <a:endParaRPr sz="1300"/>
          </a:p>
        </p:txBody>
      </p:sp>
      <p:cxnSp>
        <p:nvCxnSpPr>
          <p:cNvPr id="816" name="Google Shape;816;p42"/>
          <p:cNvCxnSpPr/>
          <p:nvPr/>
        </p:nvCxnSpPr>
        <p:spPr>
          <a:xfrm>
            <a:off x="1847850" y="3697550"/>
            <a:ext cx="103824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7" name="Google Shape;817;p42"/>
          <p:cNvSpPr txBox="1">
            <a:spLocks noGrp="1"/>
          </p:cNvSpPr>
          <p:nvPr>
            <p:ph type="subTitle" idx="2"/>
          </p:nvPr>
        </p:nvSpPr>
        <p:spPr>
          <a:xfrm>
            <a:off x="1160550" y="2979925"/>
            <a:ext cx="1417500" cy="1305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T1-2</a:t>
            </a:r>
            <a:endParaRPr/>
          </a:p>
        </p:txBody>
      </p:sp>
      <p:sp>
        <p:nvSpPr>
          <p:cNvPr id="818" name="Google Shape;818;p42"/>
          <p:cNvSpPr txBox="1">
            <a:spLocks noGrp="1"/>
          </p:cNvSpPr>
          <p:nvPr>
            <p:ph type="subTitle" idx="4"/>
          </p:nvPr>
        </p:nvSpPr>
        <p:spPr>
          <a:xfrm>
            <a:off x="4455006" y="2979935"/>
            <a:ext cx="1417500" cy="1305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T3-4</a:t>
            </a:r>
            <a:endParaRPr/>
          </a:p>
        </p:txBody>
      </p:sp>
      <p:sp>
        <p:nvSpPr>
          <p:cNvPr id="819" name="Google Shape;819;p42"/>
          <p:cNvSpPr txBox="1">
            <a:spLocks noGrp="1"/>
          </p:cNvSpPr>
          <p:nvPr>
            <p:ph type="subTitle" idx="6"/>
          </p:nvPr>
        </p:nvSpPr>
        <p:spPr>
          <a:xfrm>
            <a:off x="7749462" y="2979925"/>
            <a:ext cx="1417500" cy="1305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T5-7</a:t>
            </a:r>
            <a:endParaRPr/>
          </a:p>
        </p:txBody>
      </p:sp>
      <p:sp>
        <p:nvSpPr>
          <p:cNvPr id="820" name="Google Shape;820;p42"/>
          <p:cNvSpPr txBox="1">
            <a:spLocks noGrp="1"/>
          </p:cNvSpPr>
          <p:nvPr>
            <p:ph type="subTitle" idx="7"/>
          </p:nvPr>
        </p:nvSpPr>
        <p:spPr>
          <a:xfrm>
            <a:off x="1160550" y="4507450"/>
            <a:ext cx="27231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Kê thuốc</a:t>
            </a:r>
            <a:endParaRPr/>
          </a:p>
        </p:txBody>
      </p:sp>
      <p:sp>
        <p:nvSpPr>
          <p:cNvPr id="821" name="Google Shape;821;p42"/>
          <p:cNvSpPr txBox="1">
            <a:spLocks noGrp="1"/>
          </p:cNvSpPr>
          <p:nvPr>
            <p:ph type="subTitle" idx="8"/>
          </p:nvPr>
        </p:nvSpPr>
        <p:spPr>
          <a:xfrm>
            <a:off x="4454989" y="4507438"/>
            <a:ext cx="27231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/>
              <a:t>Số lượng</a:t>
            </a:r>
            <a:endParaRPr/>
          </a:p>
        </p:txBody>
      </p:sp>
      <p:sp>
        <p:nvSpPr>
          <p:cNvPr id="822" name="Google Shape;822;p42"/>
          <p:cNvSpPr txBox="1">
            <a:spLocks noGrp="1"/>
          </p:cNvSpPr>
          <p:nvPr>
            <p:ph type="subTitle" idx="9"/>
          </p:nvPr>
        </p:nvSpPr>
        <p:spPr>
          <a:xfrm>
            <a:off x="7749461" y="4507450"/>
            <a:ext cx="27231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/>
              <a:t>DELETE, hóa đơn</a:t>
            </a:r>
            <a:endParaRPr/>
          </a:p>
        </p:txBody>
      </p:sp>
      <p:sp>
        <p:nvSpPr>
          <p:cNvPr id="823" name="Google Shape;823;p42"/>
          <p:cNvSpPr txBox="1"/>
          <p:nvPr/>
        </p:nvSpPr>
        <p:spPr>
          <a:xfrm>
            <a:off x="1160550" y="18243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6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T1 – T7</a:t>
            </a:r>
            <a:endParaRPr sz="3000">
              <a:solidFill>
                <a:schemeClr val="accent6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5"/>
          <p:cNvSpPr txBox="1">
            <a:spLocks noGrp="1"/>
          </p:cNvSpPr>
          <p:nvPr>
            <p:ph type="title"/>
          </p:nvPr>
        </p:nvSpPr>
        <p:spPr>
          <a:xfrm>
            <a:off x="1876350" y="1072325"/>
            <a:ext cx="8439300" cy="887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Sao lưu và phục hồi CSDL.</a:t>
            </a:r>
            <a:endParaRPr/>
          </a:p>
        </p:txBody>
      </p:sp>
      <p:sp>
        <p:nvSpPr>
          <p:cNvPr id="561" name="Google Shape;561;p25"/>
          <p:cNvSpPr txBox="1">
            <a:spLocks noGrp="1"/>
          </p:cNvSpPr>
          <p:nvPr>
            <p:ph type="body" idx="1"/>
          </p:nvPr>
        </p:nvSpPr>
        <p:spPr>
          <a:xfrm>
            <a:off x="1876350" y="2244174"/>
            <a:ext cx="8439300" cy="3541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Sao lưu toàn bộ database ra file .bak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BACKUP DATABASE QuanLyBenhVien TO DISK = 'D:\Backup\QuanLyBenhVien.bak' WITH FORMAT, INIT;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Phục hồi và kiểm tra dữ liệu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RESTORE DATABASE QuanLyBenhVien FROM DISK = 'D:\Backup\QuanLyBenhVien.bak' WITH REPLACE; sau đó chạy lại các truy vấn kiểm tra số dòng, tổng tiền hóa đơn và tồn kho.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0"/>
          <p:cNvSpPr txBox="1">
            <a:spLocks noGrp="1"/>
          </p:cNvSpPr>
          <p:nvPr>
            <p:ph type="title"/>
          </p:nvPr>
        </p:nvSpPr>
        <p:spPr>
          <a:xfrm>
            <a:off x="659700" y="603600"/>
            <a:ext cx="108726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Tổng kết.</a:t>
            </a:r>
            <a:endParaRPr/>
          </a:p>
        </p:txBody>
      </p:sp>
      <p:sp>
        <p:nvSpPr>
          <p:cNvPr id="782" name="Google Shape;782;p40"/>
          <p:cNvSpPr txBox="1">
            <a:spLocks noGrp="1"/>
          </p:cNvSpPr>
          <p:nvPr>
            <p:ph type="body" idx="1"/>
          </p:nvPr>
        </p:nvSpPr>
        <p:spPr>
          <a:xfrm>
            <a:off x="659650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CSDL QuanLyBenhVien gồm 11 bảng với ràng buộc PK, FK, UNIQUE, CHECK và hơn 350 dòng dữ liệu mẫu.</a:t>
            </a:r>
            <a:endParaRPr/>
          </a:p>
        </p:txBody>
      </p:sp>
      <p:sp>
        <p:nvSpPr>
          <p:cNvPr id="783" name="Google Shape;783;p40"/>
          <p:cNvSpPr txBox="1">
            <a:spLocks noGrp="1"/>
          </p:cNvSpPr>
          <p:nvPr>
            <p:ph type="subTitle" idx="2"/>
          </p:nvPr>
        </p:nvSpPr>
        <p:spPr>
          <a:xfrm>
            <a:off x="659663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Kết quả</a:t>
            </a:r>
            <a:endParaRPr/>
          </a:p>
        </p:txBody>
      </p:sp>
      <p:sp>
        <p:nvSpPr>
          <p:cNvPr id="784" name="Google Shape;784;p40"/>
          <p:cNvSpPr txBox="1">
            <a:spLocks noGrp="1"/>
          </p:cNvSpPr>
          <p:nvPr>
            <p:ph type="body" idx="3"/>
          </p:nvPr>
        </p:nvSpPr>
        <p:spPr>
          <a:xfrm>
            <a:off x="4438488" y="3826975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10 truy vấn, 2 View, 2 Index, 2 Stored Procedure và 4 Trigger tự động hóa tồn kho và tổng tiền hóa đơn.</a:t>
            </a:r>
            <a:endParaRPr/>
          </a:p>
        </p:txBody>
      </p:sp>
      <p:sp>
        <p:nvSpPr>
          <p:cNvPr id="785" name="Google Shape;785;p40"/>
          <p:cNvSpPr txBox="1">
            <a:spLocks noGrp="1"/>
          </p:cNvSpPr>
          <p:nvPr>
            <p:ph type="subTitle" idx="4"/>
          </p:nvPr>
        </p:nvSpPr>
        <p:spPr>
          <a:xfrm>
            <a:off x="4438500" y="3193605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Chức năng</a:t>
            </a:r>
            <a:endParaRPr/>
          </a:p>
        </p:txBody>
      </p:sp>
      <p:sp>
        <p:nvSpPr>
          <p:cNvPr id="786" name="Google Shape;786;p40"/>
          <p:cNvSpPr txBox="1">
            <a:spLocks noGrp="1"/>
          </p:cNvSpPr>
          <p:nvPr>
            <p:ph type="body" idx="5"/>
          </p:nvPr>
        </p:nvSpPr>
        <p:spPr>
          <a:xfrm>
            <a:off x="8217327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Phân quyền người dùng, sao lưu tự động theo lịch, báo cáo doanh thu và ứng dụng quản lý kết nối CSDL.</a:t>
            </a:r>
            <a:endParaRPr/>
          </a:p>
        </p:txBody>
      </p:sp>
      <p:sp>
        <p:nvSpPr>
          <p:cNvPr id="787" name="Google Shape;787;p40"/>
          <p:cNvSpPr txBox="1">
            <a:spLocks noGrp="1"/>
          </p:cNvSpPr>
          <p:nvPr>
            <p:ph type="subTitle" idx="6"/>
          </p:nvPr>
        </p:nvSpPr>
        <p:spPr>
          <a:xfrm>
            <a:off x="8217338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Hướng phát triển</a:t>
            </a:r>
            <a:endParaRPr/>
          </a:p>
        </p:txBody>
      </p:sp>
      <p:sp>
        <p:nvSpPr>
          <p:cNvPr id="788" name="Google Shape;788;p40"/>
          <p:cNvSpPr/>
          <p:nvPr/>
        </p:nvSpPr>
        <p:spPr>
          <a:xfrm>
            <a:off x="1886230" y="2144675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89" name="Google Shape;789;p40"/>
          <p:cNvSpPr/>
          <p:nvPr/>
        </p:nvSpPr>
        <p:spPr>
          <a:xfrm>
            <a:off x="5665055" y="2144675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90" name="Google Shape;790;p40"/>
          <p:cNvSpPr/>
          <p:nvPr/>
        </p:nvSpPr>
        <p:spPr>
          <a:xfrm>
            <a:off x="9443875" y="2144675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6"/>
          <p:cNvSpPr txBox="1">
            <a:spLocks noGrp="1"/>
          </p:cNvSpPr>
          <p:nvPr>
            <p:ph type="title"/>
          </p:nvPr>
        </p:nvSpPr>
        <p:spPr>
          <a:xfrm>
            <a:off x="5267250" y="1818150"/>
            <a:ext cx="61437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Cảm ơn!</a:t>
            </a:r>
            <a:endParaRPr dirty="0"/>
          </a:p>
        </p:txBody>
      </p:sp>
      <p:sp>
        <p:nvSpPr>
          <p:cNvPr id="932" name="Google Shape;932;p46"/>
          <p:cNvSpPr txBox="1">
            <a:spLocks noGrp="1"/>
          </p:cNvSpPr>
          <p:nvPr>
            <p:ph type="subTitle" idx="1"/>
          </p:nvPr>
        </p:nvSpPr>
        <p:spPr>
          <a:xfrm>
            <a:off x="5267248" y="3228122"/>
            <a:ext cx="61437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Cảm ơn mọi ng</a:t>
            </a:r>
          </a:p>
        </p:txBody>
      </p:sp>
      <p:sp>
        <p:nvSpPr>
          <p:cNvPr id="933" name="Google Shape;933;p46"/>
          <p:cNvSpPr txBox="1">
            <a:spLocks noGrp="1"/>
          </p:cNvSpPr>
          <p:nvPr>
            <p:ph type="body" idx="2"/>
          </p:nvPr>
        </p:nvSpPr>
        <p:spPr>
          <a:xfrm>
            <a:off x="5267260" y="3742051"/>
            <a:ext cx="61437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Đề tài: Quản lý bệnh viện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Môn: Cơ sở dữ liệu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Hệ quản trị: SQL Server</a:t>
            </a:r>
            <a:endParaRPr dirty="0"/>
          </a:p>
        </p:txBody>
      </p:sp>
      <p:sp>
        <p:nvSpPr>
          <p:cNvPr id="934" name="Google Shape;934;p46"/>
          <p:cNvSpPr/>
          <p:nvPr/>
        </p:nvSpPr>
        <p:spPr>
          <a:xfrm>
            <a:off x="10923928" y="6170890"/>
            <a:ext cx="181070" cy="392601"/>
          </a:xfrm>
          <a:custGeom>
            <a:avLst/>
            <a:gdLst/>
            <a:ahLst/>
            <a:cxnLst/>
            <a:rect l="l" t="t" r="r" b="b"/>
            <a:pathLst>
              <a:path w="7907" h="17146" extrusionOk="0">
                <a:moveTo>
                  <a:pt x="5538" y="0"/>
                </a:moveTo>
                <a:cubicBezTo>
                  <a:pt x="2969" y="0"/>
                  <a:pt x="1802" y="1134"/>
                  <a:pt x="1802" y="3303"/>
                </a:cubicBezTo>
                <a:lnTo>
                  <a:pt x="1802" y="5604"/>
                </a:lnTo>
                <a:lnTo>
                  <a:pt x="0" y="5604"/>
                </a:lnTo>
                <a:lnTo>
                  <a:pt x="0" y="8540"/>
                </a:lnTo>
                <a:lnTo>
                  <a:pt x="1802" y="8540"/>
                </a:lnTo>
                <a:lnTo>
                  <a:pt x="1802" y="17146"/>
                </a:lnTo>
                <a:lnTo>
                  <a:pt x="5238" y="17146"/>
                </a:lnTo>
                <a:lnTo>
                  <a:pt x="5238" y="8473"/>
                </a:lnTo>
                <a:lnTo>
                  <a:pt x="7673" y="8473"/>
                </a:lnTo>
                <a:lnTo>
                  <a:pt x="7906" y="5604"/>
                </a:lnTo>
                <a:lnTo>
                  <a:pt x="5238" y="5604"/>
                </a:lnTo>
                <a:lnTo>
                  <a:pt x="5238" y="3936"/>
                </a:lnTo>
                <a:cubicBezTo>
                  <a:pt x="5238" y="3269"/>
                  <a:pt x="5404" y="3002"/>
                  <a:pt x="6038" y="3002"/>
                </a:cubicBezTo>
                <a:lnTo>
                  <a:pt x="7906" y="3002"/>
                </a:lnTo>
                <a:lnTo>
                  <a:pt x="790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5" name="Google Shape;935;p46"/>
          <p:cNvGrpSpPr/>
          <p:nvPr/>
        </p:nvGrpSpPr>
        <p:grpSpPr>
          <a:xfrm>
            <a:off x="11457030" y="6161239"/>
            <a:ext cx="411849" cy="411917"/>
            <a:chOff x="5162200" y="4097750"/>
            <a:chExt cx="338385" cy="338414"/>
          </a:xfrm>
        </p:grpSpPr>
        <p:sp>
          <p:nvSpPr>
            <p:cNvPr id="936" name="Google Shape;936;p46"/>
            <p:cNvSpPr/>
            <p:nvPr/>
          </p:nvSpPr>
          <p:spPr>
            <a:xfrm>
              <a:off x="5162200" y="4097750"/>
              <a:ext cx="338385" cy="338414"/>
            </a:xfrm>
            <a:custGeom>
              <a:avLst/>
              <a:gdLst/>
              <a:ahLst/>
              <a:cxnLst/>
              <a:rect l="l" t="t" r="r" b="b"/>
              <a:pathLst>
                <a:path w="11842" h="11843" extrusionOk="0">
                  <a:moveTo>
                    <a:pt x="5938" y="1068"/>
                  </a:moveTo>
                  <a:cubicBezTo>
                    <a:pt x="7505" y="1068"/>
                    <a:pt x="7706" y="1068"/>
                    <a:pt x="8339" y="1101"/>
                  </a:cubicBezTo>
                  <a:cubicBezTo>
                    <a:pt x="8906" y="1135"/>
                    <a:pt x="9207" y="1201"/>
                    <a:pt x="9440" y="1301"/>
                  </a:cubicBezTo>
                  <a:cubicBezTo>
                    <a:pt x="9707" y="1401"/>
                    <a:pt x="9907" y="1535"/>
                    <a:pt x="10107" y="1735"/>
                  </a:cubicBezTo>
                  <a:cubicBezTo>
                    <a:pt x="10307" y="1935"/>
                    <a:pt x="10441" y="2135"/>
                    <a:pt x="10541" y="2435"/>
                  </a:cubicBezTo>
                  <a:cubicBezTo>
                    <a:pt x="10641" y="2636"/>
                    <a:pt x="10741" y="2936"/>
                    <a:pt x="10741" y="3536"/>
                  </a:cubicBezTo>
                  <a:cubicBezTo>
                    <a:pt x="10774" y="4137"/>
                    <a:pt x="10774" y="4337"/>
                    <a:pt x="10774" y="5905"/>
                  </a:cubicBezTo>
                  <a:cubicBezTo>
                    <a:pt x="10774" y="7506"/>
                    <a:pt x="10774" y="7706"/>
                    <a:pt x="10741" y="8306"/>
                  </a:cubicBezTo>
                  <a:cubicBezTo>
                    <a:pt x="10741" y="8907"/>
                    <a:pt x="10641" y="9207"/>
                    <a:pt x="10541" y="9407"/>
                  </a:cubicBezTo>
                  <a:cubicBezTo>
                    <a:pt x="10441" y="9707"/>
                    <a:pt x="10307" y="9907"/>
                    <a:pt x="10107" y="10108"/>
                  </a:cubicBezTo>
                  <a:cubicBezTo>
                    <a:pt x="9907" y="10308"/>
                    <a:pt x="9707" y="10441"/>
                    <a:pt x="9440" y="10541"/>
                  </a:cubicBezTo>
                  <a:cubicBezTo>
                    <a:pt x="9207" y="10608"/>
                    <a:pt x="8906" y="10708"/>
                    <a:pt x="8339" y="10741"/>
                  </a:cubicBezTo>
                  <a:cubicBezTo>
                    <a:pt x="7706" y="10775"/>
                    <a:pt x="7505" y="10775"/>
                    <a:pt x="5938" y="10775"/>
                  </a:cubicBezTo>
                  <a:cubicBezTo>
                    <a:pt x="4337" y="10775"/>
                    <a:pt x="4170" y="10775"/>
                    <a:pt x="3536" y="10741"/>
                  </a:cubicBezTo>
                  <a:cubicBezTo>
                    <a:pt x="2969" y="10708"/>
                    <a:pt x="2635" y="10608"/>
                    <a:pt x="2435" y="10541"/>
                  </a:cubicBezTo>
                  <a:cubicBezTo>
                    <a:pt x="2168" y="10441"/>
                    <a:pt x="1968" y="10308"/>
                    <a:pt x="1735" y="10108"/>
                  </a:cubicBezTo>
                  <a:cubicBezTo>
                    <a:pt x="1535" y="9874"/>
                    <a:pt x="1401" y="9674"/>
                    <a:pt x="1301" y="9407"/>
                  </a:cubicBezTo>
                  <a:cubicBezTo>
                    <a:pt x="1234" y="9207"/>
                    <a:pt x="1134" y="8907"/>
                    <a:pt x="1101" y="8306"/>
                  </a:cubicBezTo>
                  <a:cubicBezTo>
                    <a:pt x="1068" y="7706"/>
                    <a:pt x="1068" y="7506"/>
                    <a:pt x="1068" y="5905"/>
                  </a:cubicBezTo>
                  <a:cubicBezTo>
                    <a:pt x="1068" y="4337"/>
                    <a:pt x="1068" y="4137"/>
                    <a:pt x="1101" y="3536"/>
                  </a:cubicBezTo>
                  <a:cubicBezTo>
                    <a:pt x="1134" y="2936"/>
                    <a:pt x="1234" y="2636"/>
                    <a:pt x="1301" y="2435"/>
                  </a:cubicBezTo>
                  <a:cubicBezTo>
                    <a:pt x="1401" y="2135"/>
                    <a:pt x="1535" y="1935"/>
                    <a:pt x="1735" y="1735"/>
                  </a:cubicBezTo>
                  <a:cubicBezTo>
                    <a:pt x="1968" y="1535"/>
                    <a:pt x="2168" y="1401"/>
                    <a:pt x="2435" y="1301"/>
                  </a:cubicBezTo>
                  <a:cubicBezTo>
                    <a:pt x="2635" y="1235"/>
                    <a:pt x="2969" y="1135"/>
                    <a:pt x="3536" y="1101"/>
                  </a:cubicBezTo>
                  <a:cubicBezTo>
                    <a:pt x="4170" y="1068"/>
                    <a:pt x="4337" y="1068"/>
                    <a:pt x="5938" y="1068"/>
                  </a:cubicBezTo>
                  <a:close/>
                  <a:moveTo>
                    <a:pt x="5938" y="0"/>
                  </a:moveTo>
                  <a:cubicBezTo>
                    <a:pt x="4337" y="0"/>
                    <a:pt x="4103" y="0"/>
                    <a:pt x="3503" y="34"/>
                  </a:cubicBezTo>
                  <a:cubicBezTo>
                    <a:pt x="2869" y="67"/>
                    <a:pt x="2435" y="167"/>
                    <a:pt x="2035" y="301"/>
                  </a:cubicBezTo>
                  <a:cubicBezTo>
                    <a:pt x="1668" y="467"/>
                    <a:pt x="1334" y="668"/>
                    <a:pt x="1001" y="1001"/>
                  </a:cubicBezTo>
                  <a:cubicBezTo>
                    <a:pt x="667" y="1335"/>
                    <a:pt x="467" y="1635"/>
                    <a:pt x="300" y="2035"/>
                  </a:cubicBezTo>
                  <a:cubicBezTo>
                    <a:pt x="167" y="2402"/>
                    <a:pt x="67" y="2836"/>
                    <a:pt x="33" y="3470"/>
                  </a:cubicBezTo>
                  <a:cubicBezTo>
                    <a:pt x="0" y="4103"/>
                    <a:pt x="0" y="4303"/>
                    <a:pt x="0" y="5938"/>
                  </a:cubicBezTo>
                  <a:cubicBezTo>
                    <a:pt x="0" y="7539"/>
                    <a:pt x="0" y="7739"/>
                    <a:pt x="33" y="8373"/>
                  </a:cubicBezTo>
                  <a:cubicBezTo>
                    <a:pt x="67" y="9007"/>
                    <a:pt x="167" y="9440"/>
                    <a:pt x="300" y="9807"/>
                  </a:cubicBezTo>
                  <a:cubicBezTo>
                    <a:pt x="467" y="10208"/>
                    <a:pt x="667" y="10541"/>
                    <a:pt x="1001" y="10841"/>
                  </a:cubicBezTo>
                  <a:cubicBezTo>
                    <a:pt x="1334" y="11175"/>
                    <a:pt x="1668" y="11375"/>
                    <a:pt x="2035" y="11542"/>
                  </a:cubicBezTo>
                  <a:cubicBezTo>
                    <a:pt x="2435" y="11675"/>
                    <a:pt x="2869" y="11775"/>
                    <a:pt x="3503" y="11809"/>
                  </a:cubicBezTo>
                  <a:cubicBezTo>
                    <a:pt x="4103" y="11842"/>
                    <a:pt x="4337" y="11842"/>
                    <a:pt x="5938" y="11842"/>
                  </a:cubicBezTo>
                  <a:cubicBezTo>
                    <a:pt x="7539" y="11842"/>
                    <a:pt x="7739" y="11842"/>
                    <a:pt x="8373" y="11809"/>
                  </a:cubicBezTo>
                  <a:cubicBezTo>
                    <a:pt x="9007" y="11775"/>
                    <a:pt x="9440" y="11675"/>
                    <a:pt x="9807" y="11542"/>
                  </a:cubicBezTo>
                  <a:cubicBezTo>
                    <a:pt x="10207" y="11375"/>
                    <a:pt x="10541" y="11175"/>
                    <a:pt x="10875" y="10841"/>
                  </a:cubicBezTo>
                  <a:cubicBezTo>
                    <a:pt x="11208" y="10508"/>
                    <a:pt x="11408" y="10208"/>
                    <a:pt x="11542" y="9807"/>
                  </a:cubicBezTo>
                  <a:cubicBezTo>
                    <a:pt x="11708" y="9440"/>
                    <a:pt x="11775" y="9007"/>
                    <a:pt x="11809" y="8373"/>
                  </a:cubicBezTo>
                  <a:cubicBezTo>
                    <a:pt x="11842" y="7739"/>
                    <a:pt x="11842" y="7539"/>
                    <a:pt x="11842" y="5938"/>
                  </a:cubicBezTo>
                  <a:cubicBezTo>
                    <a:pt x="11842" y="4303"/>
                    <a:pt x="11842" y="4103"/>
                    <a:pt x="11809" y="3470"/>
                  </a:cubicBezTo>
                  <a:cubicBezTo>
                    <a:pt x="11809" y="2836"/>
                    <a:pt x="11708" y="2402"/>
                    <a:pt x="11542" y="2035"/>
                  </a:cubicBezTo>
                  <a:cubicBezTo>
                    <a:pt x="11408" y="1668"/>
                    <a:pt x="11175" y="1301"/>
                    <a:pt x="10875" y="1001"/>
                  </a:cubicBezTo>
                  <a:cubicBezTo>
                    <a:pt x="10541" y="668"/>
                    <a:pt x="10207" y="467"/>
                    <a:pt x="9807" y="301"/>
                  </a:cubicBezTo>
                  <a:cubicBezTo>
                    <a:pt x="9440" y="167"/>
                    <a:pt x="9007" y="67"/>
                    <a:pt x="8373" y="34"/>
                  </a:cubicBezTo>
                  <a:cubicBezTo>
                    <a:pt x="7739" y="0"/>
                    <a:pt x="7539" y="0"/>
                    <a:pt x="59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6"/>
            <p:cNvSpPr/>
            <p:nvPr/>
          </p:nvSpPr>
          <p:spPr>
            <a:xfrm>
              <a:off x="5245127" y="4179731"/>
              <a:ext cx="173507" cy="174450"/>
            </a:xfrm>
            <a:custGeom>
              <a:avLst/>
              <a:gdLst/>
              <a:ahLst/>
              <a:cxnLst/>
              <a:rect l="l" t="t" r="r" b="b"/>
              <a:pathLst>
                <a:path w="6072" h="6105" extrusionOk="0">
                  <a:moveTo>
                    <a:pt x="3036" y="1068"/>
                  </a:moveTo>
                  <a:cubicBezTo>
                    <a:pt x="4136" y="1068"/>
                    <a:pt x="5004" y="1968"/>
                    <a:pt x="5004" y="3036"/>
                  </a:cubicBezTo>
                  <a:cubicBezTo>
                    <a:pt x="5004" y="4136"/>
                    <a:pt x="4136" y="5037"/>
                    <a:pt x="3036" y="5037"/>
                  </a:cubicBezTo>
                  <a:cubicBezTo>
                    <a:pt x="1935" y="5037"/>
                    <a:pt x="1068" y="4136"/>
                    <a:pt x="1068" y="3036"/>
                  </a:cubicBezTo>
                  <a:cubicBezTo>
                    <a:pt x="1068" y="1968"/>
                    <a:pt x="1935" y="1068"/>
                    <a:pt x="3036" y="1068"/>
                  </a:cubicBezTo>
                  <a:close/>
                  <a:moveTo>
                    <a:pt x="3036" y="0"/>
                  </a:moveTo>
                  <a:cubicBezTo>
                    <a:pt x="1334" y="0"/>
                    <a:pt x="0" y="1368"/>
                    <a:pt x="0" y="3036"/>
                  </a:cubicBezTo>
                  <a:cubicBezTo>
                    <a:pt x="0" y="4737"/>
                    <a:pt x="1334" y="6104"/>
                    <a:pt x="3036" y="6104"/>
                  </a:cubicBezTo>
                  <a:cubicBezTo>
                    <a:pt x="4704" y="6104"/>
                    <a:pt x="6071" y="4737"/>
                    <a:pt x="6071" y="3036"/>
                  </a:cubicBezTo>
                  <a:cubicBezTo>
                    <a:pt x="6071" y="1368"/>
                    <a:pt x="4704" y="0"/>
                    <a:pt x="30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46"/>
            <p:cNvSpPr/>
            <p:nvPr/>
          </p:nvSpPr>
          <p:spPr>
            <a:xfrm>
              <a:off x="5401436" y="4155900"/>
              <a:ext cx="41034" cy="41005"/>
            </a:xfrm>
            <a:custGeom>
              <a:avLst/>
              <a:gdLst/>
              <a:ahLst/>
              <a:cxnLst/>
              <a:rect l="l" t="t" r="r" b="b"/>
              <a:pathLst>
                <a:path w="1436" h="1435" extrusionOk="0">
                  <a:moveTo>
                    <a:pt x="735" y="0"/>
                  </a:moveTo>
                  <a:cubicBezTo>
                    <a:pt x="334" y="0"/>
                    <a:pt x="1" y="334"/>
                    <a:pt x="1" y="734"/>
                  </a:cubicBezTo>
                  <a:cubicBezTo>
                    <a:pt x="1" y="1101"/>
                    <a:pt x="334" y="1435"/>
                    <a:pt x="735" y="1435"/>
                  </a:cubicBezTo>
                  <a:cubicBezTo>
                    <a:pt x="1135" y="1435"/>
                    <a:pt x="1435" y="1101"/>
                    <a:pt x="1435" y="734"/>
                  </a:cubicBezTo>
                  <a:cubicBezTo>
                    <a:pt x="1435" y="334"/>
                    <a:pt x="1102" y="0"/>
                    <a:pt x="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9" name="Google Shape;939;p46"/>
          <p:cNvSpPr/>
          <p:nvPr/>
        </p:nvSpPr>
        <p:spPr>
          <a:xfrm>
            <a:off x="10191038" y="6212273"/>
            <a:ext cx="380848" cy="309834"/>
          </a:xfrm>
          <a:custGeom>
            <a:avLst/>
            <a:gdLst/>
            <a:ahLst/>
            <a:cxnLst/>
            <a:rect l="l" t="t" r="r" b="b"/>
            <a:pathLst>
              <a:path w="16446" h="13378" extrusionOk="0">
                <a:moveTo>
                  <a:pt x="11375" y="1"/>
                </a:moveTo>
                <a:cubicBezTo>
                  <a:pt x="9207" y="1"/>
                  <a:pt x="7606" y="2036"/>
                  <a:pt x="8106" y="4137"/>
                </a:cubicBezTo>
                <a:cubicBezTo>
                  <a:pt x="5304" y="4004"/>
                  <a:pt x="2802" y="2669"/>
                  <a:pt x="1135" y="635"/>
                </a:cubicBezTo>
                <a:lnTo>
                  <a:pt x="1135" y="635"/>
                </a:lnTo>
                <a:cubicBezTo>
                  <a:pt x="267" y="2136"/>
                  <a:pt x="701" y="4137"/>
                  <a:pt x="2202" y="5138"/>
                </a:cubicBezTo>
                <a:cubicBezTo>
                  <a:pt x="1635" y="5104"/>
                  <a:pt x="1135" y="4971"/>
                  <a:pt x="668" y="4704"/>
                </a:cubicBezTo>
                <a:lnTo>
                  <a:pt x="668" y="4704"/>
                </a:lnTo>
                <a:cubicBezTo>
                  <a:pt x="634" y="6272"/>
                  <a:pt x="1735" y="7740"/>
                  <a:pt x="3370" y="8040"/>
                </a:cubicBezTo>
                <a:cubicBezTo>
                  <a:pt x="3087" y="8121"/>
                  <a:pt x="2780" y="8165"/>
                  <a:pt x="2463" y="8165"/>
                </a:cubicBezTo>
                <a:cubicBezTo>
                  <a:pt x="2256" y="8165"/>
                  <a:pt x="2046" y="8146"/>
                  <a:pt x="1835" y="8107"/>
                </a:cubicBezTo>
                <a:lnTo>
                  <a:pt x="1835" y="8107"/>
                </a:lnTo>
                <a:cubicBezTo>
                  <a:pt x="2269" y="9441"/>
                  <a:pt x="3503" y="10408"/>
                  <a:pt x="5004" y="10442"/>
                </a:cubicBezTo>
                <a:cubicBezTo>
                  <a:pt x="3785" y="11406"/>
                  <a:pt x="2325" y="11888"/>
                  <a:pt x="808" y="11888"/>
                </a:cubicBezTo>
                <a:cubicBezTo>
                  <a:pt x="540" y="11888"/>
                  <a:pt x="271" y="11873"/>
                  <a:pt x="0" y="11843"/>
                </a:cubicBezTo>
                <a:lnTo>
                  <a:pt x="0" y="11843"/>
                </a:lnTo>
                <a:cubicBezTo>
                  <a:pt x="1502" y="12810"/>
                  <a:pt x="3269" y="13377"/>
                  <a:pt x="5171" y="13377"/>
                </a:cubicBezTo>
                <a:cubicBezTo>
                  <a:pt x="11442" y="13377"/>
                  <a:pt x="14978" y="8073"/>
                  <a:pt x="14744" y="3337"/>
                </a:cubicBezTo>
                <a:cubicBezTo>
                  <a:pt x="15411" y="2870"/>
                  <a:pt x="15979" y="2269"/>
                  <a:pt x="16446" y="1602"/>
                </a:cubicBezTo>
                <a:lnTo>
                  <a:pt x="16446" y="1602"/>
                </a:lnTo>
                <a:cubicBezTo>
                  <a:pt x="15812" y="1869"/>
                  <a:pt x="15178" y="2036"/>
                  <a:pt x="14511" y="2136"/>
                </a:cubicBezTo>
                <a:cubicBezTo>
                  <a:pt x="15178" y="1702"/>
                  <a:pt x="15712" y="1035"/>
                  <a:pt x="15979" y="268"/>
                </a:cubicBezTo>
                <a:lnTo>
                  <a:pt x="15979" y="268"/>
                </a:lnTo>
                <a:cubicBezTo>
                  <a:pt x="15311" y="635"/>
                  <a:pt x="14611" y="935"/>
                  <a:pt x="13844" y="1068"/>
                </a:cubicBezTo>
                <a:cubicBezTo>
                  <a:pt x="13210" y="434"/>
                  <a:pt x="12343" y="1"/>
                  <a:pt x="1137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Mania Template">
  <a:themeElements>
    <a:clrScheme name="Simple Light">
      <a:dk1>
        <a:srgbClr val="481F48"/>
      </a:dk1>
      <a:lt1>
        <a:srgbClr val="FCECDE"/>
      </a:lt1>
      <a:dk2>
        <a:srgbClr val="0B032D"/>
      </a:dk2>
      <a:lt2>
        <a:srgbClr val="EEEEEE"/>
      </a:lt2>
      <a:accent1>
        <a:srgbClr val="0B032D"/>
      </a:accent1>
      <a:accent2>
        <a:srgbClr val="481F48"/>
      </a:accent2>
      <a:accent3>
        <a:srgbClr val="843B62"/>
      </a:accent3>
      <a:accent4>
        <a:srgbClr val="F67E7D"/>
      </a:accent4>
      <a:accent5>
        <a:srgbClr val="FFB997"/>
      </a:accent5>
      <a:accent6>
        <a:srgbClr val="FB9C8A"/>
      </a:accent6>
      <a:hlink>
        <a:srgbClr val="F67E7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2302</Words>
  <Application>Microsoft Office PowerPoint</Application>
  <PresentationFormat>Widescreen</PresentationFormat>
  <Paragraphs>286</Paragraphs>
  <Slides>30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Poppins Medium</vt:lpstr>
      <vt:lpstr>Calibri</vt:lpstr>
      <vt:lpstr>Times New Roman</vt:lpstr>
      <vt:lpstr>Consolas</vt:lpstr>
      <vt:lpstr>Poppins</vt:lpstr>
      <vt:lpstr>Homemade Apple</vt:lpstr>
      <vt:lpstr>Poppins Light</vt:lpstr>
      <vt:lpstr>Arial</vt:lpstr>
      <vt:lpstr>Poppins ExtraBold</vt:lpstr>
      <vt:lpstr>SlidesMania Template</vt:lpstr>
      <vt:lpstr>Quản lý bệnh viện</vt:lpstr>
      <vt:lpstr>Bảng phân công nhiệm vụ.</vt:lpstr>
      <vt:lpstr>Phân tích đề tài và ERD</vt:lpstr>
      <vt:lpstr>Mô tả bài toán và nghiệp vụ.</vt:lpstr>
      <vt:lpstr>Sơ đồ thực thể – quan hệ (ERD).</vt:lpstr>
      <vt:lpstr>Thiết kế cơ sở dữ liệu</vt:lpstr>
      <vt:lpstr>Từ ERD đến lược đồ quan hệ.</vt:lpstr>
      <vt:lpstr>Sơ đồ thực thể – quan hệ 3NF.</vt:lpstr>
      <vt:lpstr>Lược đồ quan hệ (11 bảng).</vt:lpstr>
      <vt:lpstr>Truy vấn SQL và View</vt:lpstr>
      <vt:lpstr>Truy vấn 1 – 5.</vt:lpstr>
      <vt:lpstr>Truy vấn 6 – 10.</vt:lpstr>
      <vt:lpstr>Truy vấn 1</vt:lpstr>
      <vt:lpstr>Truy vấn 2</vt:lpstr>
      <vt:lpstr>Truy vấn 3</vt:lpstr>
      <vt:lpstr>Truy vấn 4</vt:lpstr>
      <vt:lpstr>Truy vấn 5</vt:lpstr>
      <vt:lpstr>Hai View.</vt:lpstr>
      <vt:lpstr>View  1 danh sách lịch khám chi tiết</vt:lpstr>
      <vt:lpstr>View 2 thống kê hóa đơn bệnh nhân</vt:lpstr>
      <vt:lpstr>Index và Stored Procedure</vt:lpstr>
      <vt:lpstr>Index</vt:lpstr>
      <vt:lpstr>Hai Stored Procedure.</vt:lpstr>
      <vt:lpstr>Ví dụ </vt:lpstr>
      <vt:lpstr>Trigger, Backup và báo cáo</vt:lpstr>
      <vt:lpstr>Bốn Trigger.</vt:lpstr>
      <vt:lpstr>Kiểm thử trigger.</vt:lpstr>
      <vt:lpstr>Sao lưu và phục hồi CSDL.</vt:lpstr>
      <vt:lpstr>Tổng kết.</vt:lpstr>
      <vt:lpstr>Cảm ơn!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Nguyễn Quang Phương Nam</cp:lastModifiedBy>
  <cp:revision>16</cp:revision>
  <dcterms:modified xsi:type="dcterms:W3CDTF">2026-10-23T00:41:33Z</dcterms:modified>
</cp:coreProperties>
</file>